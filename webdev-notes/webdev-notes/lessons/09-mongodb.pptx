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43FFE-CC52-469C-B65C-2AC56664E8B2}" v="17" dt="2025-11-25T13:27:44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9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Baci" userId="473fddf6-354f-4a55-bb0c-489699c5b784" providerId="ADAL" clId="{955CBDAC-7F7E-42A5-B2A1-D806DB2DB19E}"/>
    <pc:docChg chg="undo custSel addSld delSld modSld">
      <pc:chgData name="Nikola Baci" userId="473fddf6-354f-4a55-bb0c-489699c5b784" providerId="ADAL" clId="{955CBDAC-7F7E-42A5-B2A1-D806DB2DB19E}" dt="2025-11-25T13:27:48.146" v="1523" actId="20577"/>
      <pc:docMkLst>
        <pc:docMk/>
      </pc:docMkLst>
      <pc:sldChg chg="modSp mod">
        <pc:chgData name="Nikola Baci" userId="473fddf6-354f-4a55-bb0c-489699c5b784" providerId="ADAL" clId="{955CBDAC-7F7E-42A5-B2A1-D806DB2DB19E}" dt="2025-11-20T15:37:28.917" v="48" actId="20577"/>
        <pc:sldMkLst>
          <pc:docMk/>
          <pc:sldMk cId="391949472" sldId="257"/>
        </pc:sldMkLst>
        <pc:spChg chg="mod">
          <ac:chgData name="Nikola Baci" userId="473fddf6-354f-4a55-bb0c-489699c5b784" providerId="ADAL" clId="{955CBDAC-7F7E-42A5-B2A1-D806DB2DB19E}" dt="2025-11-20T15:37:28.917" v="48" actId="20577"/>
          <ac:spMkLst>
            <pc:docMk/>
            <pc:sldMk cId="391949472" sldId="257"/>
            <ac:spMk id="3" creationId="{DDEC0E31-EE10-8352-C047-251367674F3F}"/>
          </ac:spMkLst>
        </pc:spChg>
      </pc:sldChg>
      <pc:sldChg chg="modSp mod">
        <pc:chgData name="Nikola Baci" userId="473fddf6-354f-4a55-bb0c-489699c5b784" providerId="ADAL" clId="{955CBDAC-7F7E-42A5-B2A1-D806DB2DB19E}" dt="2025-11-21T14:04:32.743" v="1228" actId="113"/>
        <pc:sldMkLst>
          <pc:docMk/>
          <pc:sldMk cId="4232244614" sldId="259"/>
        </pc:sldMkLst>
        <pc:spChg chg="mod">
          <ac:chgData name="Nikola Baci" userId="473fddf6-354f-4a55-bb0c-489699c5b784" providerId="ADAL" clId="{955CBDAC-7F7E-42A5-B2A1-D806DB2DB19E}" dt="2025-11-21T14:04:32.743" v="1228" actId="113"/>
          <ac:spMkLst>
            <pc:docMk/>
            <pc:sldMk cId="4232244614" sldId="259"/>
            <ac:spMk id="2" creationId="{C6518DB7-8C6B-AAF7-0033-1BC869C180B3}"/>
          </ac:spMkLst>
        </pc:spChg>
      </pc:sldChg>
      <pc:sldChg chg="modSp mod">
        <pc:chgData name="Nikola Baci" userId="473fddf6-354f-4a55-bb0c-489699c5b784" providerId="ADAL" clId="{955CBDAC-7F7E-42A5-B2A1-D806DB2DB19E}" dt="2025-11-21T14:04:35.395" v="1229" actId="113"/>
        <pc:sldMkLst>
          <pc:docMk/>
          <pc:sldMk cId="1077932097" sldId="260"/>
        </pc:sldMkLst>
        <pc:spChg chg="mod">
          <ac:chgData name="Nikola Baci" userId="473fddf6-354f-4a55-bb0c-489699c5b784" providerId="ADAL" clId="{955CBDAC-7F7E-42A5-B2A1-D806DB2DB19E}" dt="2025-11-21T14:04:35.395" v="1229" actId="113"/>
          <ac:spMkLst>
            <pc:docMk/>
            <pc:sldMk cId="1077932097" sldId="260"/>
            <ac:spMk id="2" creationId="{94A54080-9E58-93B4-BCED-3F7DE03BE240}"/>
          </ac:spMkLst>
        </pc:spChg>
        <pc:spChg chg="mod">
          <ac:chgData name="Nikola Baci" userId="473fddf6-354f-4a55-bb0c-489699c5b784" providerId="ADAL" clId="{955CBDAC-7F7E-42A5-B2A1-D806DB2DB19E}" dt="2025-11-20T13:22:33.715" v="1" actId="20578"/>
          <ac:spMkLst>
            <pc:docMk/>
            <pc:sldMk cId="1077932097" sldId="260"/>
            <ac:spMk id="3" creationId="{943DC468-B739-E643-342F-D4208447DDAD}"/>
          </ac:spMkLst>
        </pc:spChg>
      </pc:sldChg>
      <pc:sldChg chg="modSp mod">
        <pc:chgData name="Nikola Baci" userId="473fddf6-354f-4a55-bb0c-489699c5b784" providerId="ADAL" clId="{955CBDAC-7F7E-42A5-B2A1-D806DB2DB19E}" dt="2025-11-21T14:04:39.060" v="1230" actId="113"/>
        <pc:sldMkLst>
          <pc:docMk/>
          <pc:sldMk cId="280218331" sldId="261"/>
        </pc:sldMkLst>
        <pc:spChg chg="mod">
          <ac:chgData name="Nikola Baci" userId="473fddf6-354f-4a55-bb0c-489699c5b784" providerId="ADAL" clId="{955CBDAC-7F7E-42A5-B2A1-D806DB2DB19E}" dt="2025-11-21T14:04:39.060" v="1230" actId="113"/>
          <ac:spMkLst>
            <pc:docMk/>
            <pc:sldMk cId="280218331" sldId="261"/>
            <ac:spMk id="4" creationId="{32EDB374-0846-A19B-E4B4-D3FD99E4DFD3}"/>
          </ac:spMkLst>
        </pc:spChg>
      </pc:sldChg>
      <pc:sldChg chg="modSp mod">
        <pc:chgData name="Nikola Baci" userId="473fddf6-354f-4a55-bb0c-489699c5b784" providerId="ADAL" clId="{955CBDAC-7F7E-42A5-B2A1-D806DB2DB19E}" dt="2025-11-21T14:04:43.602" v="1232" actId="113"/>
        <pc:sldMkLst>
          <pc:docMk/>
          <pc:sldMk cId="2788417045" sldId="262"/>
        </pc:sldMkLst>
        <pc:spChg chg="mod">
          <ac:chgData name="Nikola Baci" userId="473fddf6-354f-4a55-bb0c-489699c5b784" providerId="ADAL" clId="{955CBDAC-7F7E-42A5-B2A1-D806DB2DB19E}" dt="2025-11-21T14:04:43.602" v="1232" actId="113"/>
          <ac:spMkLst>
            <pc:docMk/>
            <pc:sldMk cId="2788417045" sldId="262"/>
            <ac:spMk id="2" creationId="{A84A74AF-F842-A2C1-FCDF-1C17ACDD4D96}"/>
          </ac:spMkLst>
        </pc:spChg>
      </pc:sldChg>
      <pc:sldChg chg="modSp mod">
        <pc:chgData name="Nikola Baci" userId="473fddf6-354f-4a55-bb0c-489699c5b784" providerId="ADAL" clId="{955CBDAC-7F7E-42A5-B2A1-D806DB2DB19E}" dt="2025-11-21T14:04:48.941" v="1234" actId="113"/>
        <pc:sldMkLst>
          <pc:docMk/>
          <pc:sldMk cId="2450605368" sldId="263"/>
        </pc:sldMkLst>
        <pc:spChg chg="mod">
          <ac:chgData name="Nikola Baci" userId="473fddf6-354f-4a55-bb0c-489699c5b784" providerId="ADAL" clId="{955CBDAC-7F7E-42A5-B2A1-D806DB2DB19E}" dt="2025-11-21T14:04:48.941" v="1234" actId="113"/>
          <ac:spMkLst>
            <pc:docMk/>
            <pc:sldMk cId="2450605368" sldId="263"/>
            <ac:spMk id="2" creationId="{A5044F06-F876-BD3B-2102-69F78DA206A2}"/>
          </ac:spMkLst>
        </pc:spChg>
      </pc:sldChg>
      <pc:sldChg chg="modSp mod">
        <pc:chgData name="Nikola Baci" userId="473fddf6-354f-4a55-bb0c-489699c5b784" providerId="ADAL" clId="{955CBDAC-7F7E-42A5-B2A1-D806DB2DB19E}" dt="2025-11-21T14:04:56.549" v="1236" actId="113"/>
        <pc:sldMkLst>
          <pc:docMk/>
          <pc:sldMk cId="2571817137" sldId="264"/>
        </pc:sldMkLst>
        <pc:spChg chg="mod">
          <ac:chgData name="Nikola Baci" userId="473fddf6-354f-4a55-bb0c-489699c5b784" providerId="ADAL" clId="{955CBDAC-7F7E-42A5-B2A1-D806DB2DB19E}" dt="2025-11-21T14:04:56.549" v="1236" actId="113"/>
          <ac:spMkLst>
            <pc:docMk/>
            <pc:sldMk cId="2571817137" sldId="264"/>
            <ac:spMk id="4" creationId="{3D3C4D6B-E03E-3886-4A8C-2B231C72BFD1}"/>
          </ac:spMkLst>
        </pc:spChg>
      </pc:sldChg>
      <pc:sldChg chg="modSp mod">
        <pc:chgData name="Nikola Baci" userId="473fddf6-354f-4a55-bb0c-489699c5b784" providerId="ADAL" clId="{955CBDAC-7F7E-42A5-B2A1-D806DB2DB19E}" dt="2025-11-21T14:04:46.657" v="1233" actId="113"/>
        <pc:sldMkLst>
          <pc:docMk/>
          <pc:sldMk cId="892298678" sldId="265"/>
        </pc:sldMkLst>
        <pc:spChg chg="mod">
          <ac:chgData name="Nikola Baci" userId="473fddf6-354f-4a55-bb0c-489699c5b784" providerId="ADAL" clId="{955CBDAC-7F7E-42A5-B2A1-D806DB2DB19E}" dt="2025-11-21T14:04:46.657" v="1233" actId="113"/>
          <ac:spMkLst>
            <pc:docMk/>
            <pc:sldMk cId="892298678" sldId="265"/>
            <ac:spMk id="2" creationId="{88A9C062-38B9-00DB-FF6A-9FA169328D98}"/>
          </ac:spMkLst>
        </pc:spChg>
      </pc:sldChg>
      <pc:sldChg chg="modSp mod">
        <pc:chgData name="Nikola Baci" userId="473fddf6-354f-4a55-bb0c-489699c5b784" providerId="ADAL" clId="{955CBDAC-7F7E-42A5-B2A1-D806DB2DB19E}" dt="2025-11-21T14:04:52.544" v="1235" actId="113"/>
        <pc:sldMkLst>
          <pc:docMk/>
          <pc:sldMk cId="3760967270" sldId="266"/>
        </pc:sldMkLst>
        <pc:spChg chg="mod">
          <ac:chgData name="Nikola Baci" userId="473fddf6-354f-4a55-bb0c-489699c5b784" providerId="ADAL" clId="{955CBDAC-7F7E-42A5-B2A1-D806DB2DB19E}" dt="2025-11-21T14:04:52.544" v="1235" actId="113"/>
          <ac:spMkLst>
            <pc:docMk/>
            <pc:sldMk cId="3760967270" sldId="266"/>
            <ac:spMk id="2" creationId="{DD0CAA5D-DA21-477F-6E3B-0CC222BAA50C}"/>
          </ac:spMkLst>
        </pc:spChg>
        <pc:spChg chg="mod">
          <ac:chgData name="Nikola Baci" userId="473fddf6-354f-4a55-bb0c-489699c5b784" providerId="ADAL" clId="{955CBDAC-7F7E-42A5-B2A1-D806DB2DB19E}" dt="2025-11-20T13:24:23.036" v="3" actId="20577"/>
          <ac:spMkLst>
            <pc:docMk/>
            <pc:sldMk cId="3760967270" sldId="266"/>
            <ac:spMk id="3" creationId="{AD29734E-FA0B-0905-9563-83C37F68C369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1-20T16:52:50.114" v="1225" actId="20577"/>
        <pc:sldMkLst>
          <pc:docMk/>
          <pc:sldMk cId="3983612520" sldId="267"/>
        </pc:sldMkLst>
        <pc:spChg chg="add mod ord">
          <ac:chgData name="Nikola Baci" userId="473fddf6-354f-4a55-bb0c-489699c5b784" providerId="ADAL" clId="{955CBDAC-7F7E-42A5-B2A1-D806DB2DB19E}" dt="2025-11-20T15:44:33.907" v="79" actId="20577"/>
          <ac:spMkLst>
            <pc:docMk/>
            <pc:sldMk cId="3983612520" sldId="267"/>
            <ac:spMk id="7" creationId="{2D3C9ABE-9766-39B2-CD67-65AC0A099E46}"/>
          </ac:spMkLst>
        </pc:spChg>
        <pc:spChg chg="add mod ord">
          <ac:chgData name="Nikola Baci" userId="473fddf6-354f-4a55-bb0c-489699c5b784" providerId="ADAL" clId="{955CBDAC-7F7E-42A5-B2A1-D806DB2DB19E}" dt="2025-11-20T16:52:50.114" v="1225" actId="20577"/>
          <ac:spMkLst>
            <pc:docMk/>
            <pc:sldMk cId="3983612520" sldId="267"/>
            <ac:spMk id="8" creationId="{102657CC-D3C1-CC37-BE0E-C2F44F4F7593}"/>
          </ac:spMkLst>
        </pc:spChg>
      </pc:sldChg>
      <pc:sldChg chg="modSp new mod">
        <pc:chgData name="Nikola Baci" userId="473fddf6-354f-4a55-bb0c-489699c5b784" providerId="ADAL" clId="{955CBDAC-7F7E-42A5-B2A1-D806DB2DB19E}" dt="2025-11-20T16:20:14.328" v="626" actId="3626"/>
        <pc:sldMkLst>
          <pc:docMk/>
          <pc:sldMk cId="679093716" sldId="268"/>
        </pc:sldMkLst>
        <pc:spChg chg="mod">
          <ac:chgData name="Nikola Baci" userId="473fddf6-354f-4a55-bb0c-489699c5b784" providerId="ADAL" clId="{955CBDAC-7F7E-42A5-B2A1-D806DB2DB19E}" dt="2025-11-20T16:10:19.494" v="186" actId="20577"/>
          <ac:spMkLst>
            <pc:docMk/>
            <pc:sldMk cId="679093716" sldId="268"/>
            <ac:spMk id="2" creationId="{0C9125B3-53C2-539B-6287-F898E92A7376}"/>
          </ac:spMkLst>
        </pc:spChg>
        <pc:spChg chg="mod">
          <ac:chgData name="Nikola Baci" userId="473fddf6-354f-4a55-bb0c-489699c5b784" providerId="ADAL" clId="{955CBDAC-7F7E-42A5-B2A1-D806DB2DB19E}" dt="2025-11-20T16:20:14.328" v="626" actId="3626"/>
          <ac:spMkLst>
            <pc:docMk/>
            <pc:sldMk cId="679093716" sldId="268"/>
            <ac:spMk id="3" creationId="{7D4D8A1B-E026-7500-C4B1-CBCDEDD0F6B6}"/>
          </ac:spMkLst>
        </pc:spChg>
      </pc:sldChg>
      <pc:sldChg chg="modSp new mod">
        <pc:chgData name="Nikola Baci" userId="473fddf6-354f-4a55-bb0c-489699c5b784" providerId="ADAL" clId="{955CBDAC-7F7E-42A5-B2A1-D806DB2DB19E}" dt="2025-11-20T16:49:57.202" v="1154" actId="20577"/>
        <pc:sldMkLst>
          <pc:docMk/>
          <pc:sldMk cId="2498689274" sldId="269"/>
        </pc:sldMkLst>
        <pc:spChg chg="mod">
          <ac:chgData name="Nikola Baci" userId="473fddf6-354f-4a55-bb0c-489699c5b784" providerId="ADAL" clId="{955CBDAC-7F7E-42A5-B2A1-D806DB2DB19E}" dt="2025-11-20T16:20:55.043" v="666" actId="20577"/>
          <ac:spMkLst>
            <pc:docMk/>
            <pc:sldMk cId="2498689274" sldId="269"/>
            <ac:spMk id="2" creationId="{2BE082FA-AA2E-10E2-8617-7E41EFBEDD25}"/>
          </ac:spMkLst>
        </pc:spChg>
        <pc:spChg chg="mod">
          <ac:chgData name="Nikola Baci" userId="473fddf6-354f-4a55-bb0c-489699c5b784" providerId="ADAL" clId="{955CBDAC-7F7E-42A5-B2A1-D806DB2DB19E}" dt="2025-11-20T16:49:57.202" v="1154" actId="20577"/>
          <ac:spMkLst>
            <pc:docMk/>
            <pc:sldMk cId="2498689274" sldId="269"/>
            <ac:spMk id="3" creationId="{5EE8EC50-CC56-555B-EBCA-FDF57FC14D2C}"/>
          </ac:spMkLst>
        </pc:spChg>
      </pc:sldChg>
      <pc:sldChg chg="modSp new mod">
        <pc:chgData name="Nikola Baci" userId="473fddf6-354f-4a55-bb0c-489699c5b784" providerId="ADAL" clId="{955CBDAC-7F7E-42A5-B2A1-D806DB2DB19E}" dt="2025-11-25T13:27:48.146" v="1523" actId="20577"/>
        <pc:sldMkLst>
          <pc:docMk/>
          <pc:sldMk cId="893832557" sldId="270"/>
        </pc:sldMkLst>
        <pc:spChg chg="mod">
          <ac:chgData name="Nikola Baci" userId="473fddf6-354f-4a55-bb0c-489699c5b784" providerId="ADAL" clId="{955CBDAC-7F7E-42A5-B2A1-D806DB2DB19E}" dt="2025-11-25T13:23:24.693" v="1249" actId="20577"/>
          <ac:spMkLst>
            <pc:docMk/>
            <pc:sldMk cId="893832557" sldId="270"/>
            <ac:spMk id="2" creationId="{DCC306E6-B75C-2D66-FB20-98C72A68CE82}"/>
          </ac:spMkLst>
        </pc:spChg>
        <pc:spChg chg="mod">
          <ac:chgData name="Nikola Baci" userId="473fddf6-354f-4a55-bb0c-489699c5b784" providerId="ADAL" clId="{955CBDAC-7F7E-42A5-B2A1-D806DB2DB19E}" dt="2025-11-25T13:27:48.146" v="1523" actId="20577"/>
          <ac:spMkLst>
            <pc:docMk/>
            <pc:sldMk cId="893832557" sldId="270"/>
            <ac:spMk id="3" creationId="{C7C7317A-4653-0857-4197-0468A1CAAC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2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2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9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7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1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5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8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0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C46FBE8-85E9-446F-9548-00448E19547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8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languages/javascrip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drivers/node/current/crud/query/query-documen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48E5-80DB-093E-EF21-6C355166B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Dev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C6090-C1D8-5B75-6364-03B7EB340B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88650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7868-642A-F18F-065C-A5A5E7DA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4B71-1B85-2344-46D8-B1BA89F2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 is a popular NoSQL database that offers DBaaS</a:t>
            </a:r>
          </a:p>
          <a:p>
            <a:pPr lvl="1"/>
            <a:r>
              <a:rPr lang="en-US" dirty="0"/>
              <a:t>NoSQL – not only SQL / non-SQL</a:t>
            </a:r>
          </a:p>
          <a:p>
            <a:r>
              <a:rPr lang="en-US" dirty="0"/>
              <a:t>In 2009 MongoDB introduced its document database</a:t>
            </a:r>
          </a:p>
          <a:p>
            <a:r>
              <a:rPr lang="en-US" dirty="0"/>
              <a:t>In 2016 MongoDB released Atlas its database as a service</a:t>
            </a:r>
          </a:p>
          <a:p>
            <a:r>
              <a:rPr lang="en-US" dirty="0"/>
              <a:t>Instead of saving data in relational tables, MongoDB stores data in documents</a:t>
            </a:r>
          </a:p>
          <a:p>
            <a:r>
              <a:rPr lang="en-US" dirty="0"/>
              <a:t>Data is stored in the form of JSON, BSON, or XML</a:t>
            </a:r>
          </a:p>
          <a:p>
            <a:r>
              <a:rPr lang="en-US" dirty="0"/>
              <a:t>This makes MongoDB very useful when interacting with </a:t>
            </a:r>
            <a:r>
              <a:rPr lang="en-US" dirty="0" err="1"/>
              <a:t>ExpressJS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0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5BBB-25BB-8B5E-60D8-AEA14534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a Document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520E7-4A18-EABF-9CD5-5454D10DB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MongoDB is a document-oriented database</a:t>
            </a:r>
          </a:p>
          <a:p>
            <a:r>
              <a:rPr lang="en-US" dirty="0"/>
              <a:t>What is a document?</a:t>
            </a:r>
          </a:p>
          <a:p>
            <a:pPr lvl="1"/>
            <a:r>
              <a:rPr lang="en-US" dirty="0"/>
              <a:t>A document is a record which stores information about one object and any of its related metadata</a:t>
            </a:r>
          </a:p>
          <a:p>
            <a:pPr lvl="1"/>
            <a:r>
              <a:rPr lang="en-US" dirty="0"/>
              <a:t>The record is made of key-value pairs </a:t>
            </a:r>
          </a:p>
          <a:p>
            <a:pPr lvl="2"/>
            <a:r>
              <a:rPr lang="en-US" dirty="0"/>
              <a:t>The values could be anything: numbers, chars, strings, arrays, objects, dates</a:t>
            </a:r>
          </a:p>
          <a:p>
            <a:pPr lvl="1"/>
            <a:r>
              <a:rPr lang="en-US" dirty="0"/>
              <a:t>A document’s format could be XML, BSON or JSON (most popular)</a:t>
            </a:r>
          </a:p>
          <a:p>
            <a:r>
              <a:rPr lang="en-US" dirty="0"/>
              <a:t>What is a collection?</a:t>
            </a:r>
          </a:p>
          <a:p>
            <a:pPr lvl="1"/>
            <a:r>
              <a:rPr lang="en-US" dirty="0"/>
              <a:t>A collection is group of documents</a:t>
            </a:r>
          </a:p>
          <a:p>
            <a:r>
              <a:rPr lang="en-US" dirty="0"/>
              <a:t>What is a database?</a:t>
            </a:r>
          </a:p>
          <a:p>
            <a:pPr lvl="1"/>
            <a:r>
              <a:rPr lang="en-US" dirty="0"/>
              <a:t>A database is a group of collections</a:t>
            </a:r>
          </a:p>
        </p:txBody>
      </p:sp>
    </p:spTree>
    <p:extLst>
      <p:ext uri="{BB962C8B-B14F-4D97-AF65-F5344CB8AC3E}">
        <p14:creationId xmlns:p14="http://schemas.microsoft.com/office/powerpoint/2010/main" val="18167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42E5-CC42-35F8-51C3-C22120A0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Document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49E-2F83-3D7C-A6FA-4763C7E0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"_id"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1,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</a:t>
            </a:r>
            <a:r>
              <a:rPr lang="en-US" dirty="0" err="1">
                <a:solidFill>
                  <a:srgbClr val="FFCC00"/>
                </a:solidFill>
              </a:rPr>
              <a:t>first_name</a:t>
            </a:r>
            <a:r>
              <a:rPr lang="en-US" dirty="0">
                <a:solidFill>
                  <a:srgbClr val="FFCC00"/>
                </a:solidFill>
              </a:rPr>
              <a:t>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"Tom"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"email"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"tom@example.com"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"cell"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"765-555-5555"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"likes"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 </a:t>
            </a:r>
            <a:r>
              <a:rPr lang="en-US" dirty="0"/>
              <a:t>[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"fashion"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"spas"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"shopping"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111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F287-3654-235E-CB67-53569442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4B38-408E-EAC1-5574-2C9642180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MongoDB? What are the benefits?</a:t>
            </a:r>
          </a:p>
          <a:p>
            <a:pPr lvl="1"/>
            <a:r>
              <a:rPr lang="en-US" dirty="0"/>
              <a:t>Document-oriented: allows us to easily map JS objects to documents and vice versa. This allows for simple programming logic.</a:t>
            </a:r>
          </a:p>
          <a:p>
            <a:pPr lvl="1"/>
            <a:r>
              <a:rPr lang="en-US" dirty="0"/>
              <a:t>Flexible schema: two documents in the same collection do not need to have the same keys / number of keys.</a:t>
            </a:r>
          </a:p>
          <a:p>
            <a:pPr lvl="2"/>
            <a:r>
              <a:rPr lang="en-US" dirty="0"/>
              <a:t>However, schema validation is an option if needed</a:t>
            </a:r>
          </a:p>
          <a:p>
            <a:pPr lvl="1"/>
            <a:r>
              <a:rPr lang="en-US" dirty="0"/>
              <a:t>Distributed: this allows for horizontal scaling of the database and for data distribution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5FBD-9B28-74FF-7ECE-6FDD7428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Schema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3B2A-91CD-DE0B-9709-9478F475F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402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"_id"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1,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</a:t>
            </a:r>
            <a:r>
              <a:rPr lang="en-US" dirty="0" err="1">
                <a:solidFill>
                  <a:srgbClr val="FFCC00"/>
                </a:solidFill>
              </a:rPr>
              <a:t>first_name</a:t>
            </a:r>
            <a:r>
              <a:rPr lang="en-US" dirty="0">
                <a:solidFill>
                  <a:srgbClr val="FFCC00"/>
                </a:solidFill>
              </a:rPr>
              <a:t>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"Tom"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"email"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"tom@example.com"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"cell"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"765-555-5555"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"likes"</a:t>
            </a:r>
            <a:r>
              <a:rPr lang="en-US" dirty="0"/>
              <a:t>:</a:t>
            </a:r>
            <a:r>
              <a:rPr lang="en-US" dirty="0">
                <a:solidFill>
                  <a:srgbClr val="FFCC00"/>
                </a:solidFill>
              </a:rPr>
              <a:t>  </a:t>
            </a:r>
            <a:r>
              <a:rPr lang="en-US" dirty="0"/>
              <a:t>[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"fashion"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"spas"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   "shopping"</a:t>
            </a:r>
          </a:p>
          <a:p>
            <a:pPr marL="0" indent="0">
              <a:buNone/>
            </a:pPr>
            <a:r>
              <a:rPr lang="en-US" dirty="0">
                <a:solidFill>
                  <a:srgbClr val="FFCC00"/>
                </a:solidFill>
              </a:rPr>
              <a:t>     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631944-0EB4-B51E-B05F-60BDA1976AAB}"/>
              </a:ext>
            </a:extLst>
          </p:cNvPr>
          <p:cNvSpPr txBox="1">
            <a:spLocks/>
          </p:cNvSpPr>
          <p:nvPr/>
        </p:nvSpPr>
        <p:spPr>
          <a:xfrm>
            <a:off x="6429622" y="1825625"/>
            <a:ext cx="48140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CC00"/>
                </a:solidFill>
              </a:rPr>
              <a:t>     "_id"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CC00"/>
                </a:solidFill>
              </a:rPr>
              <a:t>     "</a:t>
            </a:r>
            <a:r>
              <a:rPr lang="en-US" sz="2400" dirty="0" err="1">
                <a:solidFill>
                  <a:srgbClr val="FFCC00"/>
                </a:solidFill>
              </a:rPr>
              <a:t>first_name</a:t>
            </a:r>
            <a:r>
              <a:rPr lang="en-US" sz="2400" dirty="0">
                <a:solidFill>
                  <a:srgbClr val="FFCC00"/>
                </a:solidFill>
              </a:rPr>
              <a:t>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"Tom"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CC00"/>
                </a:solidFill>
              </a:rPr>
              <a:t>     “</a:t>
            </a:r>
            <a:r>
              <a:rPr lang="en-US" sz="2400" dirty="0" err="1">
                <a:solidFill>
                  <a:srgbClr val="FFCC00"/>
                </a:solidFill>
              </a:rPr>
              <a:t>last_name</a:t>
            </a:r>
            <a:r>
              <a:rPr lang="en-US" sz="2400" dirty="0">
                <a:solidFill>
                  <a:srgbClr val="FFCC00"/>
                </a:solidFill>
              </a:rPr>
              <a:t>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“Jerry"</a:t>
            </a:r>
            <a:r>
              <a:rPr lang="en-US" sz="2400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CC00"/>
                </a:solidFill>
              </a:rPr>
              <a:t>     "email"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"tom@example.com"</a:t>
            </a:r>
            <a:r>
              <a:rPr lang="en-US" sz="2400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CC00"/>
                </a:solidFill>
              </a:rPr>
              <a:t>     "cell"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"765-555-5555"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CC00"/>
                </a:solidFill>
              </a:rPr>
              <a:t>     “bio"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FFCC00"/>
                </a:solidFill>
              </a:rPr>
              <a:t> “Tom eats Jerry. The end."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717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6FA3-034D-E9C6-F86E-0398BA23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64AB-6D57-FAB2-E964-D7A7B2725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MongoDB is document-oriented </a:t>
            </a:r>
            <a:r>
              <a:rPr lang="en-US" dirty="0" err="1"/>
              <a:t>db</a:t>
            </a:r>
            <a:r>
              <a:rPr lang="en-US" dirty="0"/>
              <a:t>, it still performs the CRUD operations:</a:t>
            </a:r>
          </a:p>
          <a:p>
            <a:pPr lvl="1"/>
            <a:r>
              <a:rPr lang="en-US" dirty="0"/>
              <a:t>Create: inserts documents in collections. Each document need to have a unique id.</a:t>
            </a:r>
          </a:p>
          <a:p>
            <a:pPr lvl="1"/>
            <a:r>
              <a:rPr lang="en-US" dirty="0"/>
              <a:t>Read: queries the collections and returns document(s)</a:t>
            </a:r>
          </a:p>
          <a:p>
            <a:pPr lvl="1"/>
            <a:r>
              <a:rPr lang="en-US" dirty="0"/>
              <a:t>Update: replaces a part of or the whole document</a:t>
            </a:r>
          </a:p>
          <a:p>
            <a:pPr lvl="1"/>
            <a:r>
              <a:rPr lang="en-US" dirty="0"/>
              <a:t>Delete: removes a documents from collections</a:t>
            </a:r>
          </a:p>
          <a:p>
            <a:r>
              <a:rPr lang="en-US" dirty="0"/>
              <a:t>MongoDB has an API to perform CRUD operations. Find out more in the </a:t>
            </a:r>
            <a:r>
              <a:rPr lang="en-US" dirty="0">
                <a:hlinkClick r:id="rId2"/>
              </a:rPr>
              <a:t>docs webpage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7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F846-0A59-60AD-BB1E-9AB67C1F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CRUD: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876C-3AC4-6258-8751-893F94A9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create/insert a document into a collection into a database hosted on  MongoDB Atlas, you can use:</a:t>
            </a:r>
          </a:p>
          <a:p>
            <a:pPr lvl="1"/>
            <a:r>
              <a:rPr lang="en-US" dirty="0" err="1"/>
              <a:t>insertOne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insertMany</a:t>
            </a:r>
            <a:r>
              <a:rPr lang="en-US" dirty="0"/>
              <a:t>()</a:t>
            </a:r>
          </a:p>
          <a:p>
            <a:r>
              <a:rPr lang="en-US" dirty="0"/>
              <a:t>By default, MongoDB forces a unique ID (_id) on your </a:t>
            </a:r>
            <a:r>
              <a:rPr lang="en-US" dirty="0" err="1"/>
              <a:t>doucment</a:t>
            </a:r>
            <a:endParaRPr lang="en-US" dirty="0"/>
          </a:p>
          <a:p>
            <a:r>
              <a:rPr lang="en-US" dirty="0"/>
              <a:t>When insertion is successful, the database returns a:</a:t>
            </a:r>
          </a:p>
          <a:p>
            <a:pPr lvl="1"/>
            <a:r>
              <a:rPr lang="en-US" dirty="0" err="1"/>
              <a:t>InsertOneResult</a:t>
            </a:r>
            <a:r>
              <a:rPr lang="en-US" dirty="0"/>
              <a:t> object: that stores </a:t>
            </a:r>
            <a:r>
              <a:rPr lang="en-US" dirty="0" err="1"/>
              <a:t>insertedId</a:t>
            </a:r>
            <a:r>
              <a:rPr lang="en-US" dirty="0"/>
              <a:t>, the _id of the document</a:t>
            </a:r>
          </a:p>
          <a:p>
            <a:pPr lvl="1"/>
            <a:r>
              <a:rPr lang="en-US" dirty="0" err="1"/>
              <a:t>InsertManyResult</a:t>
            </a:r>
            <a:r>
              <a:rPr lang="en-US" dirty="0"/>
              <a:t> object: that stores </a:t>
            </a:r>
            <a:r>
              <a:rPr lang="en-US" dirty="0" err="1"/>
              <a:t>insertedIds</a:t>
            </a:r>
            <a:r>
              <a:rPr lang="en-US" dirty="0"/>
              <a:t>, the _id’s of each document, and </a:t>
            </a:r>
            <a:r>
              <a:rPr lang="en-US" dirty="0" err="1"/>
              <a:t>insertedCount</a:t>
            </a:r>
            <a:r>
              <a:rPr lang="en-US" dirty="0"/>
              <a:t>, the number of documents inserted</a:t>
            </a:r>
          </a:p>
        </p:txBody>
      </p:sp>
    </p:spTree>
    <p:extLst>
      <p:ext uri="{BB962C8B-B14F-4D97-AF65-F5344CB8AC3E}">
        <p14:creationId xmlns:p14="http://schemas.microsoft.com/office/powerpoint/2010/main" val="34107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A0C302-041A-B61A-138B-71D5C8D6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CRUD: Create 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22366-6F4F-A7AD-C2C3-B0A0C7B00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insertOne</a:t>
            </a:r>
            <a:r>
              <a:rPr lang="en-US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5894A-06C3-5E8B-C74D-DB6772666F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 document to insert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"Charade"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genres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"Comedy"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"Romance"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"Thriller"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year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1963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cast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"Cary Grant"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"Audrey Hepburn"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movies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insertOne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`A document was inserted with the _id: ${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insertedId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}`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38F169-FDF0-EF1D-8A39-611EDBA41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insertMany</a:t>
            </a:r>
            <a:r>
              <a:rPr lang="en-US" dirty="0"/>
              <a:t>()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7036FC-CB91-0030-BB5A-AAE198DB5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7575" y="2505075"/>
            <a:ext cx="5903838" cy="36845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latin typeface="Consolas" panose="020B0609020204030204" pitchFamily="49" charset="0"/>
              </a:rPr>
              <a:t>docs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	{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“red“  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fruit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“apple"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	{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“yellow“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fruit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“banana"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	{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“green“ 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fruit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“kiwi"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insertMany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FC1FF"/>
                </a:solidFill>
                <a:latin typeface="Consolas" panose="020B0609020204030204" pitchFamily="49" charset="0"/>
              </a:rPr>
              <a:t>docs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sz="16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`Inserted doc with id ${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}`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0756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FE81-46B2-C527-0654-E188305C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BCE3-70D4-A1C5-235F-7637FB81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CRUD: 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234C-F603-86E1-0339-DD0D1F40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read/query a document from a collection you can use:</a:t>
            </a:r>
          </a:p>
          <a:p>
            <a:pPr lvl="1"/>
            <a:r>
              <a:rPr lang="en-US" dirty="0"/>
              <a:t>find()</a:t>
            </a:r>
          </a:p>
          <a:p>
            <a:pPr lvl="1"/>
            <a:r>
              <a:rPr lang="en-US" dirty="0" err="1"/>
              <a:t>findOne</a:t>
            </a:r>
            <a:r>
              <a:rPr lang="en-US" dirty="0"/>
              <a:t>()</a:t>
            </a:r>
          </a:p>
          <a:p>
            <a:r>
              <a:rPr lang="en-US" dirty="0"/>
              <a:t>You can query a document based on field values using:</a:t>
            </a:r>
          </a:p>
          <a:p>
            <a:pPr lvl="1"/>
            <a:r>
              <a:rPr lang="en-US" dirty="0"/>
              <a:t>Literal values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Element Operators</a:t>
            </a:r>
          </a:p>
          <a:p>
            <a:pPr lvl="1"/>
            <a:r>
              <a:rPr lang="en-US" dirty="0"/>
              <a:t>Evaluations Operators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1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7E0D-7B2E-598C-41F0-5B64DD97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CRUD: Read (Literal)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B1E96D-0628-F3BC-B863-6FD51752C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-285750">
              <a:lnSpc>
                <a:spcPct val="100000"/>
              </a:lnSpc>
            </a:pPr>
            <a:r>
              <a:rPr lang="en-US" sz="2200" b="0" dirty="0">
                <a:effectLst/>
              </a:rPr>
              <a:t>Querying on a literal value</a:t>
            </a:r>
          </a:p>
          <a:p>
            <a:pPr marL="457200" lvl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“fruit"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"apples"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 marL="457200" lvl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457200" lvl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457200" lvl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57150" indent="-285750">
              <a:lnSpc>
                <a:spcPct val="100000"/>
              </a:lnSpc>
              <a:spcBef>
                <a:spcPts val="0"/>
              </a:spcBef>
            </a:pPr>
            <a:endParaRPr lang="en-US" sz="1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Alternatively, the query object could be written:</a:t>
            </a:r>
            <a:endParaRPr lang="en-US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	const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$eq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CE9178"/>
                </a:solidFill>
                <a:latin typeface="Consolas" panose="020B0609020204030204" pitchFamily="49" charset="0"/>
              </a:rPr>
              <a:t>"apples"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Learn more on the other types of queries </a:t>
            </a:r>
            <a:r>
              <a:rPr lang="en-US" sz="2400" dirty="0">
                <a:hlinkClick r:id="rId2"/>
              </a:rPr>
              <a:t>here</a:t>
            </a:r>
            <a:endParaRPr lang="en-US" sz="2400" dirty="0"/>
          </a:p>
          <a:p>
            <a:pPr>
              <a:lnSpc>
                <a:spcPts val="25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06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858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Web Dev</vt:lpstr>
      <vt:lpstr>MongoDB</vt:lpstr>
      <vt:lpstr>MongoDB a Document DB</vt:lpstr>
      <vt:lpstr>MongoDB Document Example</vt:lpstr>
      <vt:lpstr>MongoDB Features</vt:lpstr>
      <vt:lpstr>Flexible Schema Example</vt:lpstr>
      <vt:lpstr>MongoDB Operations</vt:lpstr>
      <vt:lpstr>CRUD: Create</vt:lpstr>
      <vt:lpstr>CRUD: Create Examples</vt:lpstr>
      <vt:lpstr>CRUD: Read</vt:lpstr>
      <vt:lpstr>CRUD: Read (Literal)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3</cp:revision>
  <dcterms:created xsi:type="dcterms:W3CDTF">2025-11-20T01:16:51Z</dcterms:created>
  <dcterms:modified xsi:type="dcterms:W3CDTF">2025-12-03T16:46:40Z</dcterms:modified>
</cp:coreProperties>
</file>