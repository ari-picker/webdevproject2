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8" r:id="rId12"/>
    <p:sldId id="269" r:id="rId13"/>
    <p:sldId id="263" r:id="rId14"/>
    <p:sldId id="26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" y="3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37161" cy="13716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97E8E-54D9-4838-99C2-CA3920E227A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D5F54-43B9-4C9B-B7EC-0A0B581F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FC5C2-E45A-4772-989E-CEA27AA4D4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0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FC5C2-E45A-4772-989E-CEA27AA4D4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21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A91C-7B33-39DF-3E5D-E0860E375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DBEC5-BA50-04E1-7CD2-493F9DE1B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50A04-CD10-A4BC-B6E1-449C9838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23D4-F178-9FCC-7C6D-0080BEA3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5D934-C315-D2E2-3BFF-2EE43453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3457-769A-7373-20E5-EA62FAE2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412C-FFE1-6EE4-6B57-C2892A76D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73ED-140B-1426-B0E2-47CE7B22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2FFE7-D571-E8F3-B64F-900654C8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D7AE5-9F96-4A67-16C8-095610C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9B5D-7B8C-E5B7-0E67-BCFB5CD3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F3AEA-A56E-0A26-AB1A-0F071D77E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2EC55-A8F1-7CBE-4ADB-FC2B4370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58FEC-B222-9CFA-2615-CDF277C2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5A9A7-EA15-9774-AFA9-AE948A7F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8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BD36-3851-2534-4111-E7EBF07C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42F9-9423-B84D-89F8-FD11E5BBD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C9037-4C65-3A0D-E6FD-AA59D867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6CB37-668C-D30D-15C7-81D09E24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6F6F3-0E10-19F0-A83D-020012A5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D5BD6-91EE-3828-6D5D-3F2C5BC4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5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4043-6CD4-A21A-8B05-2D63092B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CEFFA-6AF1-D9A5-D7C7-1E2C8172A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525DB-9901-EF23-54FE-47D04161A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0E6C0-78A1-881A-75EC-1915811AB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A7450-955C-A85F-F8A4-5559A6C95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B9D76-B441-9EEE-A2CA-8BFC23B8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1D361-47ED-ADC5-BFE8-B366CC45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0F0289-228B-5630-1CCA-C65E062C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9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CD4E-53FB-359A-01E4-82494F8A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42E3A-B099-7EC1-CECE-4F0AE62B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942DD-94FA-64AE-C145-F4C793D2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112CE-2B60-35F3-2A49-2F197C2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9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84135-D17A-CE12-AA75-AAFBACA2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E7CEF-2755-42F5-B821-8F4744457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4E272-6DD9-1E38-ABCD-6FFB360D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5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839E-2BC4-78F8-CF27-135A327B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0251-616B-C04D-2D99-56D18B17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C5DD3-CB2E-B6F5-6379-5395CAA5B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38DA3-7989-E50C-57FF-EEAFB5EE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61913-75BD-8519-F835-741D214A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2A922-4969-D97D-F404-3A68DB5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4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4D98-1D5D-45C2-7001-E8EE7685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A8314-F02A-FA07-1204-DE6B17D7C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F2BF-F03C-A113-0FF0-D75E345ED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F4A24-8CD8-6B38-B905-08D4EA33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59FFB-BF91-C14A-A966-7547EE07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87B24-85E0-1E3D-3562-39B70C0A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62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1189-506D-6096-C277-CB29009C1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ED110-CEC0-646D-883F-2ABC2C658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0241E-D288-7DEA-DE85-A2568C1E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BE689-08FA-2D12-32AA-7E5F6361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96B4A-A3B1-1127-0AAB-D6736720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0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1CCE07-9194-6642-60FB-F72DEE1DD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E8DB7-4EF2-6ED5-7AF4-3C9A74AEF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B16E1-B4A2-7E97-9E32-3A5EEEA2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B7F8C-2977-E0D5-96A8-D8B66916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FD8D4-BCA2-F002-2B09-BD2968B6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2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6C7D-4652-A1BE-7753-67CC5BD29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B6E38-C721-B14C-19CD-39F40A39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5124-A8B2-D023-3243-78322774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94A7-CEA5-262E-16C9-4002E7AB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254E-EC4B-1A06-429A-998C8381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4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8B23-4C5A-E2CC-570C-DA846FF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F2F0B-7057-4180-2CA2-6B8385BF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25C6-D6E3-4A5E-7542-2E2DEFE8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7A094-BBF5-5D7F-8CBB-4A224319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70E9B-9F46-55C6-386E-6F36B77E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42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D415-2E6A-BF91-784D-2932401E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52525-8574-DB76-9317-A5E70038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406DF-ACD0-0FB8-DC1C-E73A237F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D6A50-2402-FC01-2B3E-181494B6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D2BE-655B-4925-2F8F-A217FDEA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46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DC157-7FE8-8758-6EE9-D969D2BC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89B06-5CE6-8D70-47D7-0BF69B332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FB4C7-E1B5-72AB-E51D-B48DC2C8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CC130-059C-400A-4293-6BFCDD5C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23FC-D624-587D-5A29-3D1BA332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6FE0-952A-8720-8F79-FE953128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63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234C-BE04-E0D5-4B9F-3CBDB658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53566-BB1F-9774-73EB-F8BB0E0CF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81E10-C95E-9890-2625-5D273B439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E44C0-18DA-9471-FFE2-720B9E75F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1C173-A1EB-FEED-03FF-3A844C585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4E637-1939-FEB5-3D9C-37743933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EF853-E189-128C-028B-905A5274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BEAD5-B7A9-2E36-A963-1775DC5D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26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E85B-F05E-660A-388F-50547036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42AAB-3544-A86E-357A-F2520583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2D336-4038-3A3A-12B9-42D591B9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0416A-336D-E1BE-A3A3-B1EE3848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11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13B87-54C7-D99E-81D7-132E5131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FD63D-6043-656B-657F-526F372A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9AE4C-FF96-4B6C-8A43-C72CD00B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3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5FC6-C900-7C6D-2E57-65E5272F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838-3679-641B-42A9-D5D15820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DBCF1-D868-2227-6042-583A21A2D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C4760-FEBC-A79B-0016-CD566704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36DC-BCD8-5C01-5F7A-9F5E7D70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4B0C5-04D4-0FA0-D9C2-781020EE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51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62E3-E446-6683-C852-C39EAC57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E9E7D-2372-E259-DC6C-68A2C8515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88A18-8CC8-635C-277E-7F4043FB7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377E8-07FB-67DF-654F-71C10977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DA53-1132-8FAF-3B87-0E6E8A21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20D54-27DF-328E-F669-DAC7FB35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76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34AC-0BBD-599C-A282-89347E6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E6DC0-6E71-EB90-6BAD-7C38AF8C1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DEC91-728A-0A9A-9FB1-7DA39D77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DD4A-C0C5-1444-C9CB-BC66E9BE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4921-6539-195D-BB47-3824C23C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5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F9147-1DAD-616B-7E4E-2F514FA19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94AD4-4514-1002-1AB2-38AAC3F75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58C59-58F4-65E1-49B6-222A434B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66E4-4BFE-F3FA-FE3A-6A8C0796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2C5C-896B-3E18-BDEC-F645B229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9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ECB6-4303-BD3C-2508-64B79CAC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13D1E-7E47-B8C2-A4B6-E9ED3C93C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A615-98E3-E360-063F-43FBCD28C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BB9D9-658B-4236-B589-0C31CFC544F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7F63-2930-29C4-A055-B6036A40F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FD834-41C3-00FE-5F33-72399E28E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4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ED95C-4E7F-E2A8-AE96-445EB620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055E4-2524-BA9A-ED0B-9C3CB3AA8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5C39C-F36E-ACA9-434D-1CF43B7A9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84B2-7580-4D8F-98DE-2B020D9878E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9B57B-53F4-EB03-D483-10390F90B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118D6-671C-DFD6-7B5E-47060CA6B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48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A067-1E9A-4220-E61F-81C935667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WebDev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1E830-8539-8A39-8901-7969E54AB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Nikola Baci</a:t>
            </a:r>
          </a:p>
        </p:txBody>
      </p:sp>
    </p:spTree>
    <p:extLst>
      <p:ext uri="{BB962C8B-B14F-4D97-AF65-F5344CB8AC3E}">
        <p14:creationId xmlns:p14="http://schemas.microsoft.com/office/powerpoint/2010/main" val="111845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5D7E-C8FD-275F-4803-833A76D4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0111-76DF-698F-FA86-AE680FCA2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web (www) – content sharing over internet</a:t>
            </a:r>
          </a:p>
          <a:p>
            <a:r>
              <a:rPr lang="en-US" dirty="0"/>
              <a:t>The web allows to access documents and web resources</a:t>
            </a:r>
          </a:p>
          <a:p>
            <a:pPr lvl="1"/>
            <a:r>
              <a:rPr lang="en-US" dirty="0"/>
              <a:t>Their location is specified by URI</a:t>
            </a:r>
          </a:p>
          <a:p>
            <a:r>
              <a:rPr lang="en-US" dirty="0"/>
              <a:t>Tim Berners-Lee is the developer of WWW</a:t>
            </a:r>
          </a:p>
          <a:p>
            <a:pPr lvl="1"/>
            <a:r>
              <a:rPr lang="en-US" dirty="0"/>
              <a:t>And also of HTML, URL and HTTP protocol</a:t>
            </a:r>
          </a:p>
          <a:p>
            <a:r>
              <a:rPr lang="en-US" dirty="0"/>
              <a:t>The web is made of</a:t>
            </a:r>
          </a:p>
          <a:p>
            <a:pPr lvl="1"/>
            <a:r>
              <a:rPr lang="en-US" dirty="0"/>
              <a:t>Web Servers</a:t>
            </a:r>
          </a:p>
          <a:p>
            <a:pPr lvl="1"/>
            <a:r>
              <a:rPr lang="en-US" dirty="0"/>
              <a:t>Web Browsers</a:t>
            </a:r>
          </a:p>
          <a:p>
            <a:r>
              <a:rPr lang="en-US" dirty="0"/>
              <a:t>A website is a collection of webpages, webpages are a collection of documents</a:t>
            </a:r>
          </a:p>
        </p:txBody>
      </p:sp>
    </p:spTree>
    <p:extLst>
      <p:ext uri="{BB962C8B-B14F-4D97-AF65-F5344CB8AC3E}">
        <p14:creationId xmlns:p14="http://schemas.microsoft.com/office/powerpoint/2010/main" val="3532883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9A5D-8EE4-66F1-130D-60CE91F6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6B602-AD70-D1F0-FF27-59061DCB4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Internet?</a:t>
            </a:r>
          </a:p>
          <a:p>
            <a:pPr lvl="1"/>
            <a:r>
              <a:rPr lang="en-US" dirty="0"/>
              <a:t>A collection of servers with static IP addresses that allow access to clients</a:t>
            </a:r>
          </a:p>
          <a:p>
            <a:pPr lvl="1"/>
            <a:r>
              <a:rPr lang="en-US" dirty="0"/>
              <a:t>Internet is a network of networks</a:t>
            </a:r>
          </a:p>
          <a:p>
            <a:pPr lvl="1"/>
            <a:r>
              <a:rPr lang="en-US" dirty="0"/>
              <a:t>Networks are collections of linked computers</a:t>
            </a:r>
          </a:p>
          <a:p>
            <a:pPr lvl="1"/>
            <a:r>
              <a:rPr lang="en-US" dirty="0"/>
              <a:t>Networks could be public, private, academic, government </a:t>
            </a:r>
          </a:p>
          <a:p>
            <a:pPr lvl="1"/>
            <a:r>
              <a:rPr lang="en-US" dirty="0"/>
              <a:t>Computers are connected by cable (Ethernet or Optical) and/or wirelessly (Wi-Fi) </a:t>
            </a:r>
          </a:p>
          <a:p>
            <a:pPr lvl="1"/>
            <a:r>
              <a:rPr lang="en-US" dirty="0"/>
              <a:t>Networks communicate using TCP/IP protocol</a:t>
            </a:r>
          </a:p>
        </p:txBody>
      </p:sp>
    </p:spTree>
    <p:extLst>
      <p:ext uri="{BB962C8B-B14F-4D97-AF65-F5344CB8AC3E}">
        <p14:creationId xmlns:p14="http://schemas.microsoft.com/office/powerpoint/2010/main" val="1213692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89D0-D4A0-8D7D-7BFF-8754C4B15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Genesis of the Internet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3D897A-105C-7F81-480A-11D6A79015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976" y="1876321"/>
            <a:ext cx="3008704" cy="439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E7F9EBA-7DCA-C51B-469F-89D494ED8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069" y="2109289"/>
            <a:ext cx="6227679" cy="376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3998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96A0B-13F8-9995-30EE-C26FA15F8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Protocol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8CF128-D976-D006-7E16-53326FBF2F2D}"/>
              </a:ext>
            </a:extLst>
          </p:cNvPr>
          <p:cNvSpPr/>
          <p:nvPr/>
        </p:nvSpPr>
        <p:spPr>
          <a:xfrm>
            <a:off x="1281088" y="2153713"/>
            <a:ext cx="1118632" cy="73801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A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49218FB5-E2AA-8906-3305-DA987DF5C2CD}"/>
              </a:ext>
            </a:extLst>
          </p:cNvPr>
          <p:cNvSpPr/>
          <p:nvPr/>
        </p:nvSpPr>
        <p:spPr>
          <a:xfrm>
            <a:off x="3156305" y="3428999"/>
            <a:ext cx="756585" cy="7380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Router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86CABB16-6F8C-A883-8511-52D4CB6FF687}"/>
              </a:ext>
            </a:extLst>
          </p:cNvPr>
          <p:cNvSpPr/>
          <p:nvPr/>
        </p:nvSpPr>
        <p:spPr>
          <a:xfrm>
            <a:off x="4053685" y="2147431"/>
            <a:ext cx="756585" cy="7380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Router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7021FE5E-8EB9-E616-A973-1B12582BA22A}"/>
              </a:ext>
            </a:extLst>
          </p:cNvPr>
          <p:cNvSpPr/>
          <p:nvPr/>
        </p:nvSpPr>
        <p:spPr>
          <a:xfrm>
            <a:off x="5429326" y="3537079"/>
            <a:ext cx="756585" cy="7380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Router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4AA51E7-C17D-791D-8679-0DAE42617639}"/>
              </a:ext>
            </a:extLst>
          </p:cNvPr>
          <p:cNvSpPr/>
          <p:nvPr/>
        </p:nvSpPr>
        <p:spPr>
          <a:xfrm>
            <a:off x="7715153" y="4713182"/>
            <a:ext cx="756585" cy="7380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Router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6ABFC01-D0E5-FCC3-90C2-C2C9EDB76300}"/>
              </a:ext>
            </a:extLst>
          </p:cNvPr>
          <p:cNvSpPr/>
          <p:nvPr/>
        </p:nvSpPr>
        <p:spPr>
          <a:xfrm>
            <a:off x="6453404" y="1952961"/>
            <a:ext cx="756585" cy="7380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Router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AC719AC-9AFA-7B18-CD28-04FA3F7ACD51}"/>
              </a:ext>
            </a:extLst>
          </p:cNvPr>
          <p:cNvSpPr/>
          <p:nvPr/>
        </p:nvSpPr>
        <p:spPr>
          <a:xfrm>
            <a:off x="8303093" y="2565270"/>
            <a:ext cx="756585" cy="7380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Router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2AB65A-B32A-6E39-A20A-8A1B5B36D0DC}"/>
              </a:ext>
            </a:extLst>
          </p:cNvPr>
          <p:cNvSpPr/>
          <p:nvPr/>
        </p:nvSpPr>
        <p:spPr>
          <a:xfrm>
            <a:off x="9884339" y="2321971"/>
            <a:ext cx="1118632" cy="73801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F4DA48-1FDB-FE91-9195-8D10E9C877A1}"/>
              </a:ext>
            </a:extLst>
          </p:cNvPr>
          <p:cNvCxnSpPr>
            <a:stCxn id="4" idx="3"/>
            <a:endCxn id="6" idx="2"/>
          </p:cNvCxnSpPr>
          <p:nvPr/>
        </p:nvCxnSpPr>
        <p:spPr>
          <a:xfrm flipV="1">
            <a:off x="2399720" y="2516441"/>
            <a:ext cx="1653965" cy="6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84B65C-AB1C-46CD-F2A7-9985D602C0DD}"/>
              </a:ext>
            </a:extLst>
          </p:cNvPr>
          <p:cNvCxnSpPr>
            <a:stCxn id="6" idx="3"/>
            <a:endCxn id="5" idx="7"/>
          </p:cNvCxnSpPr>
          <p:nvPr/>
        </p:nvCxnSpPr>
        <p:spPr>
          <a:xfrm flipH="1">
            <a:off x="3802091" y="2777370"/>
            <a:ext cx="362393" cy="759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46BEB6-C6E9-8604-18FD-466F74DC29FD}"/>
              </a:ext>
            </a:extLst>
          </p:cNvPr>
          <p:cNvCxnSpPr>
            <a:stCxn id="5" idx="5"/>
            <a:endCxn id="7" idx="1"/>
          </p:cNvCxnSpPr>
          <p:nvPr/>
        </p:nvCxnSpPr>
        <p:spPr>
          <a:xfrm flipV="1">
            <a:off x="3802091" y="3645159"/>
            <a:ext cx="1738034" cy="413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54655B-7F79-DCBD-4653-4370C35B4452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6185911" y="3906089"/>
            <a:ext cx="1529242" cy="1176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A5E665-092E-B5D1-E6E5-80416B420233}"/>
              </a:ext>
            </a:extLst>
          </p:cNvPr>
          <p:cNvCxnSpPr>
            <a:stCxn id="8" idx="1"/>
            <a:endCxn id="9" idx="4"/>
          </p:cNvCxnSpPr>
          <p:nvPr/>
        </p:nvCxnSpPr>
        <p:spPr>
          <a:xfrm flipH="1" flipV="1">
            <a:off x="6831697" y="2690980"/>
            <a:ext cx="994255" cy="2130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1DD157-1FB2-BC69-976A-E5F9A336575D}"/>
              </a:ext>
            </a:extLst>
          </p:cNvPr>
          <p:cNvCxnSpPr>
            <a:stCxn id="9" idx="7"/>
            <a:endCxn id="10" idx="2"/>
          </p:cNvCxnSpPr>
          <p:nvPr/>
        </p:nvCxnSpPr>
        <p:spPr>
          <a:xfrm>
            <a:off x="7099190" y="2061041"/>
            <a:ext cx="1203903" cy="873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2A39F60-BFFD-7EEA-DAA4-841BB2E35813}"/>
              </a:ext>
            </a:extLst>
          </p:cNvPr>
          <p:cNvCxnSpPr>
            <a:stCxn id="10" idx="7"/>
            <a:endCxn id="11" idx="1"/>
          </p:cNvCxnSpPr>
          <p:nvPr/>
        </p:nvCxnSpPr>
        <p:spPr>
          <a:xfrm>
            <a:off x="8948879" y="2673350"/>
            <a:ext cx="935460" cy="17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19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F289-77F9-8F29-04C9-1263B4F9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Protocol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3C410-D589-BC7B-5141-622A1C1C734A}"/>
              </a:ext>
            </a:extLst>
          </p:cNvPr>
          <p:cNvSpPr/>
          <p:nvPr/>
        </p:nvSpPr>
        <p:spPr>
          <a:xfrm>
            <a:off x="1160407" y="1926274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8FFCA5-CFED-3356-F3DF-06763CB4F702}"/>
              </a:ext>
            </a:extLst>
          </p:cNvPr>
          <p:cNvSpPr/>
          <p:nvPr/>
        </p:nvSpPr>
        <p:spPr>
          <a:xfrm>
            <a:off x="1160406" y="3076623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85391A-39BF-20B5-2A74-055EC80A3BBE}"/>
              </a:ext>
            </a:extLst>
          </p:cNvPr>
          <p:cNvSpPr/>
          <p:nvPr/>
        </p:nvSpPr>
        <p:spPr>
          <a:xfrm>
            <a:off x="1160407" y="4181329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1535F5-5678-030A-3D84-13E2CC85A57D}"/>
              </a:ext>
            </a:extLst>
          </p:cNvPr>
          <p:cNvSpPr/>
          <p:nvPr/>
        </p:nvSpPr>
        <p:spPr>
          <a:xfrm>
            <a:off x="1160406" y="5331678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Link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F2449-1283-A605-BCCF-E279DCF2A2D6}"/>
              </a:ext>
            </a:extLst>
          </p:cNvPr>
          <p:cNvSpPr/>
          <p:nvPr/>
        </p:nvSpPr>
        <p:spPr>
          <a:xfrm>
            <a:off x="3791435" y="4181329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86A3BE-144A-71DE-CE98-90B8B98182EB}"/>
              </a:ext>
            </a:extLst>
          </p:cNvPr>
          <p:cNvSpPr/>
          <p:nvPr/>
        </p:nvSpPr>
        <p:spPr>
          <a:xfrm>
            <a:off x="3791434" y="5331678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Link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530ECA-869E-40C2-DB67-A7E4CE053541}"/>
              </a:ext>
            </a:extLst>
          </p:cNvPr>
          <p:cNvSpPr/>
          <p:nvPr/>
        </p:nvSpPr>
        <p:spPr>
          <a:xfrm>
            <a:off x="6422461" y="4181329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E9762B-A6C0-147B-8A9D-EE0E2ED973D1}"/>
              </a:ext>
            </a:extLst>
          </p:cNvPr>
          <p:cNvSpPr/>
          <p:nvPr/>
        </p:nvSpPr>
        <p:spPr>
          <a:xfrm>
            <a:off x="6422460" y="5331678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Link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080A87-712F-E0AF-6C81-63F47B342EF9}"/>
              </a:ext>
            </a:extLst>
          </p:cNvPr>
          <p:cNvSpPr/>
          <p:nvPr/>
        </p:nvSpPr>
        <p:spPr>
          <a:xfrm>
            <a:off x="9090622" y="1926274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C66DC7-27B6-098B-00C5-E4AA938C8C3D}"/>
              </a:ext>
            </a:extLst>
          </p:cNvPr>
          <p:cNvSpPr/>
          <p:nvPr/>
        </p:nvSpPr>
        <p:spPr>
          <a:xfrm>
            <a:off x="9090621" y="3076623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Transport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836EA0-EA8E-F354-C8EC-25534763F7CE}"/>
              </a:ext>
            </a:extLst>
          </p:cNvPr>
          <p:cNvSpPr/>
          <p:nvPr/>
        </p:nvSpPr>
        <p:spPr>
          <a:xfrm>
            <a:off x="9090622" y="4181329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17D55C-B24A-5F04-3F5E-2265B2A7F38A}"/>
              </a:ext>
            </a:extLst>
          </p:cNvPr>
          <p:cNvSpPr/>
          <p:nvPr/>
        </p:nvSpPr>
        <p:spPr>
          <a:xfrm>
            <a:off x="9090621" y="5331678"/>
            <a:ext cx="1810233" cy="798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Link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D110E1-751D-60E2-9346-8632B593A6A3}"/>
              </a:ext>
            </a:extLst>
          </p:cNvPr>
          <p:cNvCxnSpPr>
            <a:stCxn id="4" idx="2"/>
            <a:endCxn id="16" idx="0"/>
          </p:cNvCxnSpPr>
          <p:nvPr/>
        </p:nvCxnSpPr>
        <p:spPr>
          <a:xfrm flipH="1">
            <a:off x="2065523" y="2724634"/>
            <a:ext cx="1" cy="351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B4B089-915B-B3B7-7D5C-AEC8F9FDAD0F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2065523" y="3874983"/>
            <a:ext cx="1" cy="306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A5D367C-5B9A-B1F6-8380-6EDAD863953F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2065523" y="4979689"/>
            <a:ext cx="1" cy="351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0CD3AFD-B271-5651-403A-A727124D05FD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2970639" y="5730858"/>
            <a:ext cx="8207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82E89C0-A6D6-ECFD-1C78-FA11E53BAAAB}"/>
              </a:ext>
            </a:extLst>
          </p:cNvPr>
          <p:cNvCxnSpPr/>
          <p:nvPr/>
        </p:nvCxnSpPr>
        <p:spPr>
          <a:xfrm flipV="1">
            <a:off x="4024288" y="4979689"/>
            <a:ext cx="0" cy="351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450783B-5FEB-F046-4661-16BDDB3C4C12}"/>
              </a:ext>
            </a:extLst>
          </p:cNvPr>
          <p:cNvCxnSpPr/>
          <p:nvPr/>
        </p:nvCxnSpPr>
        <p:spPr>
          <a:xfrm>
            <a:off x="5296093" y="5006764"/>
            <a:ext cx="0" cy="324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C0A005A-73B1-A6D7-F586-CF1020BE35F2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>
            <a:off x="5601667" y="5730858"/>
            <a:ext cx="820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4566C3E-8D51-E8FC-B18F-60F76B1B58B5}"/>
              </a:ext>
            </a:extLst>
          </p:cNvPr>
          <p:cNvCxnSpPr/>
          <p:nvPr/>
        </p:nvCxnSpPr>
        <p:spPr>
          <a:xfrm flipV="1">
            <a:off x="6697090" y="4979689"/>
            <a:ext cx="0" cy="351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E4CE42F-283D-C103-4186-EA79CFEB8524}"/>
              </a:ext>
            </a:extLst>
          </p:cNvPr>
          <p:cNvCxnSpPr/>
          <p:nvPr/>
        </p:nvCxnSpPr>
        <p:spPr>
          <a:xfrm>
            <a:off x="7968895" y="5006764"/>
            <a:ext cx="0" cy="324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4406396-AAF9-6A02-A30E-D405AD49E844}"/>
              </a:ext>
            </a:extLst>
          </p:cNvPr>
          <p:cNvCxnSpPr>
            <a:cxnSpLocks/>
            <a:stCxn id="22" idx="3"/>
            <a:endCxn id="28" idx="1"/>
          </p:cNvCxnSpPr>
          <p:nvPr/>
        </p:nvCxnSpPr>
        <p:spPr>
          <a:xfrm>
            <a:off x="8232693" y="5730858"/>
            <a:ext cx="8579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804136-2142-F9AE-AC13-E0FE7055C3E4}"/>
              </a:ext>
            </a:extLst>
          </p:cNvPr>
          <p:cNvCxnSpPr>
            <a:stCxn id="28" idx="0"/>
            <a:endCxn id="27" idx="2"/>
          </p:cNvCxnSpPr>
          <p:nvPr/>
        </p:nvCxnSpPr>
        <p:spPr>
          <a:xfrm flipV="1">
            <a:off x="9995738" y="4979689"/>
            <a:ext cx="1" cy="351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63EDEFE-0043-E486-1A6A-8FD7917D2CEB}"/>
              </a:ext>
            </a:extLst>
          </p:cNvPr>
          <p:cNvCxnSpPr>
            <a:stCxn id="27" idx="0"/>
            <a:endCxn id="26" idx="2"/>
          </p:cNvCxnSpPr>
          <p:nvPr/>
        </p:nvCxnSpPr>
        <p:spPr>
          <a:xfrm flipH="1" flipV="1">
            <a:off x="9995738" y="3874983"/>
            <a:ext cx="1" cy="306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12F39D3-D7C8-B461-4189-E4FF6E3EF4AD}"/>
              </a:ext>
            </a:extLst>
          </p:cNvPr>
          <p:cNvCxnSpPr>
            <a:stCxn id="26" idx="0"/>
            <a:endCxn id="25" idx="2"/>
          </p:cNvCxnSpPr>
          <p:nvPr/>
        </p:nvCxnSpPr>
        <p:spPr>
          <a:xfrm flipV="1">
            <a:off x="9995738" y="2724634"/>
            <a:ext cx="1" cy="351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484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52D9-5411-768A-48B1-71B348F2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and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91BB3-0815-385A-EF57-52755D49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Process-to-process communication</a:t>
            </a:r>
          </a:p>
          <a:p>
            <a:r>
              <a:rPr lang="en-US" dirty="0"/>
              <a:t>Understanding of data and protocols</a:t>
            </a:r>
          </a:p>
          <a:p>
            <a:pPr lvl="1"/>
            <a:r>
              <a:rPr lang="en-US" dirty="0"/>
              <a:t>FTP – File Transfer Protocol</a:t>
            </a:r>
          </a:p>
          <a:p>
            <a:pPr lvl="1"/>
            <a:r>
              <a:rPr lang="en-US" dirty="0"/>
              <a:t>SFTP – Secure File Transfer Protocol</a:t>
            </a:r>
          </a:p>
          <a:p>
            <a:pPr lvl="1"/>
            <a:r>
              <a:rPr lang="en-US" dirty="0"/>
              <a:t>SMTP – Simple Mail Transfer Protocol</a:t>
            </a:r>
          </a:p>
          <a:p>
            <a:pPr lvl="1"/>
            <a:r>
              <a:rPr lang="en-US" dirty="0"/>
              <a:t>HTTP – Hyper-Text Transfer Protocol</a:t>
            </a:r>
          </a:p>
          <a:p>
            <a:pPr lvl="1"/>
            <a:r>
              <a:rPr lang="en-US" dirty="0"/>
              <a:t>HTTPS – Secure Hyper-Text Transfer Protocol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296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5E2E-8B5B-C515-99D2-B5B32BF8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HTTP – The Foundation of Web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E605826-78A2-EC66-7CAA-66B6E4C74BD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09351" y="1690688"/>
            <a:ext cx="6573297" cy="4351338"/>
          </a:xfrm>
          <a:prstGeom prst="rect">
            <a:avLst/>
          </a:prstGeom>
        </p:spPr>
      </p:pic>
      <p:sp>
        <p:nvSpPr>
          <p:cNvPr id="4" name="AutoShape 2" descr="A single Web document composed from multiple resources from different servers.">
            <a:extLst>
              <a:ext uri="{FF2B5EF4-FFF2-40B4-BE49-F238E27FC236}">
                <a16:creationId xmlns:a16="http://schemas.microsoft.com/office/drawing/2014/main" id="{7B774A47-5E4A-9B0B-2759-C0DC7559D1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6706A-3504-422A-92F8-90A9ED2D8098}"/>
              </a:ext>
            </a:extLst>
          </p:cNvPr>
          <p:cNvSpPr txBox="1"/>
          <p:nvPr/>
        </p:nvSpPr>
        <p:spPr>
          <a:xfrm>
            <a:off x="2897313" y="5934304"/>
            <a:ext cx="41569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https://mdn.github.io/shared-assets/images/diagrams/http/overview/fetching-a-page.svg</a:t>
            </a:r>
          </a:p>
        </p:txBody>
      </p:sp>
    </p:spTree>
    <p:extLst>
      <p:ext uri="{BB962C8B-B14F-4D97-AF65-F5344CB8AC3E}">
        <p14:creationId xmlns:p14="http://schemas.microsoft.com/office/powerpoint/2010/main" val="2512507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hought Bubble: Cloud 146">
            <a:extLst>
              <a:ext uri="{FF2B5EF4-FFF2-40B4-BE49-F238E27FC236}">
                <a16:creationId xmlns:a16="http://schemas.microsoft.com/office/drawing/2014/main" id="{89AFF259-9675-AC0E-1153-D2DFE9ACA74E}"/>
              </a:ext>
            </a:extLst>
          </p:cNvPr>
          <p:cNvSpPr/>
          <p:nvPr/>
        </p:nvSpPr>
        <p:spPr>
          <a:xfrm>
            <a:off x="5644240" y="1436116"/>
            <a:ext cx="2059744" cy="809822"/>
          </a:xfrm>
          <a:prstGeom prst="cloudCallout">
            <a:avLst/>
          </a:prstGeom>
          <a:solidFill>
            <a:srgbClr val="FF69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EA846-05C2-DB20-64C2-A0B3281B5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220"/>
          </a:xfrm>
        </p:spPr>
        <p:txBody>
          <a:bodyPr/>
          <a:lstStyle/>
          <a:p>
            <a:r>
              <a:rPr lang="en-US" dirty="0"/>
              <a:t>HTTP – In the Grand Scheme of Things</a:t>
            </a: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89AA595D-C21E-2D7D-CA6D-37414EB42B8E}"/>
              </a:ext>
            </a:extLst>
          </p:cNvPr>
          <p:cNvSpPr>
            <a:spLocks/>
          </p:cNvSpPr>
          <p:nvPr/>
        </p:nvSpPr>
        <p:spPr bwMode="auto">
          <a:xfrm rot="21434061" flipH="1">
            <a:off x="4346852" y="1692444"/>
            <a:ext cx="146944" cy="3072641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00"/>
              <a:gd name="T19" fmla="*/ 0 h 2072"/>
              <a:gd name="T20" fmla="*/ 4100 w 4100"/>
              <a:gd name="T21" fmla="*/ 2072 h 2072"/>
              <a:gd name="connsiteX0" fmla="*/ 0 w 10000"/>
              <a:gd name="connsiteY0" fmla="*/ 0 h 10000"/>
              <a:gd name="connsiteX1" fmla="*/ 10 w 10000"/>
              <a:gd name="connsiteY1" fmla="*/ 8378 h 10000"/>
              <a:gd name="connsiteX2" fmla="*/ 1961 w 10000"/>
              <a:gd name="connsiteY2" fmla="*/ 9961 h 10000"/>
              <a:gd name="connsiteX3" fmla="*/ 8459 w 10000"/>
              <a:gd name="connsiteY3" fmla="*/ 10000 h 10000"/>
              <a:gd name="connsiteX4" fmla="*/ 10000 w 10000"/>
              <a:gd name="connsiteY4" fmla="*/ 8378 h 10000"/>
              <a:gd name="connsiteX0" fmla="*/ 0 w 8459"/>
              <a:gd name="connsiteY0" fmla="*/ 0 h 10000"/>
              <a:gd name="connsiteX1" fmla="*/ 10 w 8459"/>
              <a:gd name="connsiteY1" fmla="*/ 8378 h 10000"/>
              <a:gd name="connsiteX2" fmla="*/ 1961 w 8459"/>
              <a:gd name="connsiteY2" fmla="*/ 9961 h 10000"/>
              <a:gd name="connsiteX3" fmla="*/ 8459 w 8459"/>
              <a:gd name="connsiteY3" fmla="*/ 10000 h 10000"/>
              <a:gd name="connsiteX0" fmla="*/ 0 w 2318"/>
              <a:gd name="connsiteY0" fmla="*/ 0 h 9961"/>
              <a:gd name="connsiteX1" fmla="*/ 12 w 2318"/>
              <a:gd name="connsiteY1" fmla="*/ 8378 h 9961"/>
              <a:gd name="connsiteX2" fmla="*/ 2318 w 2318"/>
              <a:gd name="connsiteY2" fmla="*/ 9961 h 9961"/>
              <a:gd name="connsiteX0" fmla="*/ 0 w 52"/>
              <a:gd name="connsiteY0" fmla="*/ 0 h 8411"/>
              <a:gd name="connsiteX1" fmla="*/ 52 w 52"/>
              <a:gd name="connsiteY1" fmla="*/ 8411 h 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" h="8411">
                <a:moveTo>
                  <a:pt x="0" y="0"/>
                </a:moveTo>
                <a:cubicBezTo>
                  <a:pt x="17" y="2804"/>
                  <a:pt x="35" y="5607"/>
                  <a:pt x="52" y="8411"/>
                </a:cubicBez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1C5E209A-CA14-E436-46F1-4C2D824BEFCB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10916607" y="2481186"/>
            <a:ext cx="446643" cy="3157612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14EBA03A-EB4D-C48D-902C-DEB6E8CDF086}"/>
              </a:ext>
            </a:extLst>
          </p:cNvPr>
          <p:cNvSpPr>
            <a:spLocks/>
          </p:cNvSpPr>
          <p:nvPr/>
        </p:nvSpPr>
        <p:spPr bwMode="auto">
          <a:xfrm rot="10800000">
            <a:off x="975629" y="2463697"/>
            <a:ext cx="446643" cy="3157612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190">
            <a:extLst>
              <a:ext uri="{FF2B5EF4-FFF2-40B4-BE49-F238E27FC236}">
                <a16:creationId xmlns:a16="http://schemas.microsoft.com/office/drawing/2014/main" id="{77C51BC9-BA1E-729A-1F3E-963B3FCF799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5445" y="5245726"/>
            <a:ext cx="796735" cy="599783"/>
            <a:chOff x="-44" y="1473"/>
            <a:chExt cx="981" cy="1105"/>
          </a:xfrm>
        </p:grpSpPr>
        <p:pic>
          <p:nvPicPr>
            <p:cNvPr id="10" name="Picture 191" descr="desktop_computer_stylized_medium">
              <a:extLst>
                <a:ext uri="{FF2B5EF4-FFF2-40B4-BE49-F238E27FC236}">
                  <a16:creationId xmlns:a16="http://schemas.microsoft.com/office/drawing/2014/main" id="{58A7EB50-F42E-6C95-A369-23B5DBE994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192">
              <a:extLst>
                <a:ext uri="{FF2B5EF4-FFF2-40B4-BE49-F238E27FC236}">
                  <a16:creationId xmlns:a16="http://schemas.microsoft.com/office/drawing/2014/main" id="{2FCC8D2E-DD62-A246-4032-6963F21D860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4DEB7-B528-9FAD-5AA6-E6E3396056A9}"/>
              </a:ext>
            </a:extLst>
          </p:cNvPr>
          <p:cNvGrpSpPr/>
          <p:nvPr/>
        </p:nvGrpSpPr>
        <p:grpSpPr>
          <a:xfrm>
            <a:off x="1334125" y="1510301"/>
            <a:ext cx="1751349" cy="3946117"/>
            <a:chOff x="1484027" y="1706480"/>
            <a:chExt cx="1765726" cy="4034752"/>
          </a:xfrm>
        </p:grpSpPr>
        <p:sp>
          <p:nvSpPr>
            <p:cNvPr id="13" name="Rectangle 24">
              <a:extLst>
                <a:ext uri="{FF2B5EF4-FFF2-40B4-BE49-F238E27FC236}">
                  <a16:creationId xmlns:a16="http://schemas.microsoft.com/office/drawing/2014/main" id="{1D9669DC-8F99-09A1-ABAB-62C5880D6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Text Box 26">
              <a:extLst>
                <a:ext uri="{FF2B5EF4-FFF2-40B4-BE49-F238E27FC236}">
                  <a16:creationId xmlns:a16="http://schemas.microsoft.com/office/drawing/2014/main" id="{D98274DB-53A4-BDA0-ACF6-8B4C48FB8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43F31C-FF37-9506-0211-DBC43D54B322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D0C61EB-C067-9F7D-FF51-9B4E8905D63A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124DBFE-9893-978A-C73F-6E26D17A470E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A0863F5-5C77-4DB5-7743-EB06499D9B5B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950">
            <a:extLst>
              <a:ext uri="{FF2B5EF4-FFF2-40B4-BE49-F238E27FC236}">
                <a16:creationId xmlns:a16="http://schemas.microsoft.com/office/drawing/2014/main" id="{B9D0F3ED-DF98-2A18-9848-27F3526E8C74}"/>
              </a:ext>
            </a:extLst>
          </p:cNvPr>
          <p:cNvGrpSpPr>
            <a:grpSpLocks/>
          </p:cNvGrpSpPr>
          <p:nvPr/>
        </p:nvGrpSpPr>
        <p:grpSpPr bwMode="auto">
          <a:xfrm>
            <a:off x="11107713" y="5147332"/>
            <a:ext cx="371703" cy="648138"/>
            <a:chOff x="4140" y="429"/>
            <a:chExt cx="1425" cy="2396"/>
          </a:xfrm>
        </p:grpSpPr>
        <p:sp>
          <p:nvSpPr>
            <p:cNvPr id="20" name="Freeform 951">
              <a:extLst>
                <a:ext uri="{FF2B5EF4-FFF2-40B4-BE49-F238E27FC236}">
                  <a16:creationId xmlns:a16="http://schemas.microsoft.com/office/drawing/2014/main" id="{16D9661B-1DDD-383D-58E1-F15DD7CD7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952">
              <a:extLst>
                <a:ext uri="{FF2B5EF4-FFF2-40B4-BE49-F238E27FC236}">
                  <a16:creationId xmlns:a16="http://schemas.microsoft.com/office/drawing/2014/main" id="{24477F81-4D1D-B929-DA47-50A4D9EC3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" name="Freeform 953">
              <a:extLst>
                <a:ext uri="{FF2B5EF4-FFF2-40B4-BE49-F238E27FC236}">
                  <a16:creationId xmlns:a16="http://schemas.microsoft.com/office/drawing/2014/main" id="{0D7D4E54-491A-1EB2-FDD6-05E00B7E8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954">
              <a:extLst>
                <a:ext uri="{FF2B5EF4-FFF2-40B4-BE49-F238E27FC236}">
                  <a16:creationId xmlns:a16="http://schemas.microsoft.com/office/drawing/2014/main" id="{8FFD888B-FA5C-3251-D24A-E7759C81F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955">
              <a:extLst>
                <a:ext uri="{FF2B5EF4-FFF2-40B4-BE49-F238E27FC236}">
                  <a16:creationId xmlns:a16="http://schemas.microsoft.com/office/drawing/2014/main" id="{E56A02ED-CA3B-3A05-1DDF-028248211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5" name="Group 956">
              <a:extLst>
                <a:ext uri="{FF2B5EF4-FFF2-40B4-BE49-F238E27FC236}">
                  <a16:creationId xmlns:a16="http://schemas.microsoft.com/office/drawing/2014/main" id="{51A95740-B41E-5351-4F4D-7D79571491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0" name="AutoShape 957">
                <a:extLst>
                  <a:ext uri="{FF2B5EF4-FFF2-40B4-BE49-F238E27FC236}">
                    <a16:creationId xmlns:a16="http://schemas.microsoft.com/office/drawing/2014/main" id="{DEA27252-234D-CE4E-1C6F-39AFB2ED9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" name="AutoShape 958">
                <a:extLst>
                  <a:ext uri="{FF2B5EF4-FFF2-40B4-BE49-F238E27FC236}">
                    <a16:creationId xmlns:a16="http://schemas.microsoft.com/office/drawing/2014/main" id="{86CC8B1D-3071-F42D-BA3F-66973E3CCB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Rectangle 959">
              <a:extLst>
                <a:ext uri="{FF2B5EF4-FFF2-40B4-BE49-F238E27FC236}">
                  <a16:creationId xmlns:a16="http://schemas.microsoft.com/office/drawing/2014/main" id="{3A8DC5C9-1C14-1450-16C3-84332207D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7" name="Group 960">
              <a:extLst>
                <a:ext uri="{FF2B5EF4-FFF2-40B4-BE49-F238E27FC236}">
                  <a16:creationId xmlns:a16="http://schemas.microsoft.com/office/drawing/2014/main" id="{D05EB3BE-A635-5C36-F89D-BCDD32571E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8" name="AutoShape 961">
                <a:extLst>
                  <a:ext uri="{FF2B5EF4-FFF2-40B4-BE49-F238E27FC236}">
                    <a16:creationId xmlns:a16="http://schemas.microsoft.com/office/drawing/2014/main" id="{AAE673E7-7B72-2861-0980-5EA804B79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9" name="AutoShape 962">
                <a:extLst>
                  <a:ext uri="{FF2B5EF4-FFF2-40B4-BE49-F238E27FC236}">
                    <a16:creationId xmlns:a16="http://schemas.microsoft.com/office/drawing/2014/main" id="{3AF60166-4AA7-D755-565E-52109E167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" name="Rectangle 963">
              <a:extLst>
                <a:ext uri="{FF2B5EF4-FFF2-40B4-BE49-F238E27FC236}">
                  <a16:creationId xmlns:a16="http://schemas.microsoft.com/office/drawing/2014/main" id="{9ADE1622-BC7A-148A-89E5-3BCCEACE7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" name="Rectangle 964">
              <a:extLst>
                <a:ext uri="{FF2B5EF4-FFF2-40B4-BE49-F238E27FC236}">
                  <a16:creationId xmlns:a16="http://schemas.microsoft.com/office/drawing/2014/main" id="{90170A1E-01D7-7150-DA78-C0A7B3619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0" name="Group 965">
              <a:extLst>
                <a:ext uri="{FF2B5EF4-FFF2-40B4-BE49-F238E27FC236}">
                  <a16:creationId xmlns:a16="http://schemas.microsoft.com/office/drawing/2014/main" id="{368C41CA-45FA-4959-73C6-4293ECEE09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6" name="AutoShape 966">
                <a:extLst>
                  <a:ext uri="{FF2B5EF4-FFF2-40B4-BE49-F238E27FC236}">
                    <a16:creationId xmlns:a16="http://schemas.microsoft.com/office/drawing/2014/main" id="{84C74D95-51C6-87A4-43FC-B1BE8EAFD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7" name="AutoShape 967">
                <a:extLst>
                  <a:ext uri="{FF2B5EF4-FFF2-40B4-BE49-F238E27FC236}">
                    <a16:creationId xmlns:a16="http://schemas.microsoft.com/office/drawing/2014/main" id="{A005B5B6-4B9D-1859-5BC1-D34849F6C9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1" name="Freeform 968">
              <a:extLst>
                <a:ext uri="{FF2B5EF4-FFF2-40B4-BE49-F238E27FC236}">
                  <a16:creationId xmlns:a16="http://schemas.microsoft.com/office/drawing/2014/main" id="{DAF1DA76-7941-6C79-F781-EE160505D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" name="Group 969">
              <a:extLst>
                <a:ext uri="{FF2B5EF4-FFF2-40B4-BE49-F238E27FC236}">
                  <a16:creationId xmlns:a16="http://schemas.microsoft.com/office/drawing/2014/main" id="{1E96BD8D-D013-3EF9-F967-48EFFCDDF0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" name="AutoShape 970">
                <a:extLst>
                  <a:ext uri="{FF2B5EF4-FFF2-40B4-BE49-F238E27FC236}">
                    <a16:creationId xmlns:a16="http://schemas.microsoft.com/office/drawing/2014/main" id="{341BBDBF-7C17-0699-CEBC-2B4507F3C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" name="AutoShape 971">
                <a:extLst>
                  <a:ext uri="{FF2B5EF4-FFF2-40B4-BE49-F238E27FC236}">
                    <a16:creationId xmlns:a16="http://schemas.microsoft.com/office/drawing/2014/main" id="{C12AB10B-BE0D-782F-0EB4-9F97AB9DF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972">
              <a:extLst>
                <a:ext uri="{FF2B5EF4-FFF2-40B4-BE49-F238E27FC236}">
                  <a16:creationId xmlns:a16="http://schemas.microsoft.com/office/drawing/2014/main" id="{BC947453-0863-C7D6-4229-513ED9CB8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" name="Freeform 973">
              <a:extLst>
                <a:ext uri="{FF2B5EF4-FFF2-40B4-BE49-F238E27FC236}">
                  <a16:creationId xmlns:a16="http://schemas.microsoft.com/office/drawing/2014/main" id="{BB15F878-60B3-ECAF-E62B-AEEF4AE2B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974">
              <a:extLst>
                <a:ext uri="{FF2B5EF4-FFF2-40B4-BE49-F238E27FC236}">
                  <a16:creationId xmlns:a16="http://schemas.microsoft.com/office/drawing/2014/main" id="{0C28AF55-6062-1CBD-541A-3D86AF58C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975">
              <a:extLst>
                <a:ext uri="{FF2B5EF4-FFF2-40B4-BE49-F238E27FC236}">
                  <a16:creationId xmlns:a16="http://schemas.microsoft.com/office/drawing/2014/main" id="{A7744F1F-2BCB-8EBF-7586-076A40C83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" name="Freeform 976">
              <a:extLst>
                <a:ext uri="{FF2B5EF4-FFF2-40B4-BE49-F238E27FC236}">
                  <a16:creationId xmlns:a16="http://schemas.microsoft.com/office/drawing/2014/main" id="{47FB3EA3-7A40-A0D0-5CE5-369CE3435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AutoShape 977">
              <a:extLst>
                <a:ext uri="{FF2B5EF4-FFF2-40B4-BE49-F238E27FC236}">
                  <a16:creationId xmlns:a16="http://schemas.microsoft.com/office/drawing/2014/main" id="{04671A81-7673-8E87-27E7-228DCC83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" name="AutoShape 978">
              <a:extLst>
                <a:ext uri="{FF2B5EF4-FFF2-40B4-BE49-F238E27FC236}">
                  <a16:creationId xmlns:a16="http://schemas.microsoft.com/office/drawing/2014/main" id="{03B38500-2BAC-1B1F-03F8-55557180F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0" name="Oval 979">
              <a:extLst>
                <a:ext uri="{FF2B5EF4-FFF2-40B4-BE49-F238E27FC236}">
                  <a16:creationId xmlns:a16="http://schemas.microsoft.com/office/drawing/2014/main" id="{33010292-E9AA-0220-7E0E-FEADB5C8D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" name="Oval 980">
              <a:extLst>
                <a:ext uri="{FF2B5EF4-FFF2-40B4-BE49-F238E27FC236}">
                  <a16:creationId xmlns:a16="http://schemas.microsoft.com/office/drawing/2014/main" id="{17666A2E-F495-AE0A-647E-FE35E2D7F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" name="Oval 981">
              <a:extLst>
                <a:ext uri="{FF2B5EF4-FFF2-40B4-BE49-F238E27FC236}">
                  <a16:creationId xmlns:a16="http://schemas.microsoft.com/office/drawing/2014/main" id="{967C89A3-18D0-A83F-24F1-0FCE8EBBB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" name="Rectangle 982">
              <a:extLst>
                <a:ext uri="{FF2B5EF4-FFF2-40B4-BE49-F238E27FC236}">
                  <a16:creationId xmlns:a16="http://schemas.microsoft.com/office/drawing/2014/main" id="{CF74689F-7F22-FC52-7F89-DB83EE937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E8C0C9F-3CE0-3916-689B-D88C3B110B2D}"/>
              </a:ext>
            </a:extLst>
          </p:cNvPr>
          <p:cNvGrpSpPr/>
          <p:nvPr/>
        </p:nvGrpSpPr>
        <p:grpSpPr>
          <a:xfrm>
            <a:off x="9221449" y="1510302"/>
            <a:ext cx="1809999" cy="3937998"/>
            <a:chOff x="1484027" y="1706480"/>
            <a:chExt cx="1765726" cy="4034752"/>
          </a:xfrm>
        </p:grpSpPr>
        <p:sp>
          <p:nvSpPr>
            <p:cNvPr id="53" name="Rectangle 24">
              <a:extLst>
                <a:ext uri="{FF2B5EF4-FFF2-40B4-BE49-F238E27FC236}">
                  <a16:creationId xmlns:a16="http://schemas.microsoft.com/office/drawing/2014/main" id="{5AD7DB3E-26BD-66C7-D746-7A4C1F70C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4" name="Text Box 26">
              <a:extLst>
                <a:ext uri="{FF2B5EF4-FFF2-40B4-BE49-F238E27FC236}">
                  <a16:creationId xmlns:a16="http://schemas.microsoft.com/office/drawing/2014/main" id="{DF8C1FDF-0A01-24B9-255D-C17C01D84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E2A1B7F-F304-21E7-40F6-8B78D904B7C4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606C831-DAF1-8DFF-EAB1-7F0985956B6D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9438F53-47FE-2B7E-BD7D-063F34AC2C23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F3FF23-876F-F95D-8B9C-7E5A3BA2A001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DDDEC717-EB60-B31B-15EB-D54BB2FD0210}"/>
              </a:ext>
            </a:extLst>
          </p:cNvPr>
          <p:cNvSpPr/>
          <p:nvPr/>
        </p:nvSpPr>
        <p:spPr>
          <a:xfrm>
            <a:off x="5584583" y="2455157"/>
            <a:ext cx="963848" cy="302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60" name="Group 185">
            <a:extLst>
              <a:ext uri="{FF2B5EF4-FFF2-40B4-BE49-F238E27FC236}">
                <a16:creationId xmlns:a16="http://schemas.microsoft.com/office/drawing/2014/main" id="{403F80A0-9EB2-1213-E1C4-AD2C5C5A601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139841" y="2695251"/>
            <a:ext cx="1070291" cy="302987"/>
            <a:chOff x="1848" y="2046"/>
            <a:chExt cx="572" cy="190"/>
          </a:xfrm>
        </p:grpSpPr>
        <p:grpSp>
          <p:nvGrpSpPr>
            <p:cNvPr id="61" name="Group 179">
              <a:extLst>
                <a:ext uri="{FF2B5EF4-FFF2-40B4-BE49-F238E27FC236}">
                  <a16:creationId xmlns:a16="http://schemas.microsoft.com/office/drawing/2014/main" id="{ACE92D1A-E3BF-4B2F-10C0-CC29BBBAA6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65" name="Rectangle 180">
                <a:extLst>
                  <a:ext uri="{FF2B5EF4-FFF2-40B4-BE49-F238E27FC236}">
                    <a16:creationId xmlns:a16="http://schemas.microsoft.com/office/drawing/2014/main" id="{96785B31-DD8B-8188-C76C-C180AFE59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6" name="Rectangle 181">
                <a:extLst>
                  <a:ext uri="{FF2B5EF4-FFF2-40B4-BE49-F238E27FC236}">
                    <a16:creationId xmlns:a16="http://schemas.microsoft.com/office/drawing/2014/main" id="{29343C36-7E7C-D540-E9ED-5F9746A9F5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</p:grpSp>
        <p:grpSp>
          <p:nvGrpSpPr>
            <p:cNvPr id="62" name="Group 182">
              <a:extLst>
                <a:ext uri="{FF2B5EF4-FFF2-40B4-BE49-F238E27FC236}">
                  <a16:creationId xmlns:a16="http://schemas.microsoft.com/office/drawing/2014/main" id="{F98AD3CC-6D7F-50B4-5C07-1052353750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63" name="Rectangle 183">
                <a:extLst>
                  <a:ext uri="{FF2B5EF4-FFF2-40B4-BE49-F238E27FC236}">
                    <a16:creationId xmlns:a16="http://schemas.microsoft.com/office/drawing/2014/main" id="{A8BE2E3C-9BFD-7128-9DCA-765FF98DE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4" name="Rectangle 184">
                <a:extLst>
                  <a:ext uri="{FF2B5EF4-FFF2-40B4-BE49-F238E27FC236}">
                    <a16:creationId xmlns:a16="http://schemas.microsoft.com/office/drawing/2014/main" id="{54688666-62B6-8A19-F758-B276E9D56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67" name="Group 175">
            <a:extLst>
              <a:ext uri="{FF2B5EF4-FFF2-40B4-BE49-F238E27FC236}">
                <a16:creationId xmlns:a16="http://schemas.microsoft.com/office/drawing/2014/main" id="{451B610F-840E-A6DD-9AB1-42806EBE91B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129309" y="1884971"/>
            <a:ext cx="744975" cy="295527"/>
            <a:chOff x="780" y="1553"/>
            <a:chExt cx="428" cy="190"/>
          </a:xfrm>
        </p:grpSpPr>
        <p:sp>
          <p:nvSpPr>
            <p:cNvPr id="68" name="Rectangle 176">
              <a:extLst>
                <a:ext uri="{FF2B5EF4-FFF2-40B4-BE49-F238E27FC236}">
                  <a16:creationId xmlns:a16="http://schemas.microsoft.com/office/drawing/2014/main" id="{8DFEE79C-DD08-A4C1-F691-A30D6C7D9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9" name="Rectangle 177">
              <a:extLst>
                <a:ext uri="{FF2B5EF4-FFF2-40B4-BE49-F238E27FC236}">
                  <a16:creationId xmlns:a16="http://schemas.microsoft.com/office/drawing/2014/main" id="{8532D06D-0C82-509C-19C0-238A8BAC5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5F37E11-3914-F06B-B09A-326D0EC6D026}"/>
              </a:ext>
            </a:extLst>
          </p:cNvPr>
          <p:cNvGrpSpPr/>
          <p:nvPr/>
        </p:nvGrpSpPr>
        <p:grpSpPr>
          <a:xfrm flipH="1">
            <a:off x="4288890" y="3442413"/>
            <a:ext cx="1200209" cy="302987"/>
            <a:chOff x="5509436" y="3287899"/>
            <a:chExt cx="1058375" cy="307296"/>
          </a:xfrm>
        </p:grpSpPr>
        <p:grpSp>
          <p:nvGrpSpPr>
            <p:cNvPr id="72" name="Group 182">
              <a:extLst>
                <a:ext uri="{FF2B5EF4-FFF2-40B4-BE49-F238E27FC236}">
                  <a16:creationId xmlns:a16="http://schemas.microsoft.com/office/drawing/2014/main" id="{DF44D013-942E-1553-16A8-1E3983B7C0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77" name="Rectangle 183">
                <a:extLst>
                  <a:ext uri="{FF2B5EF4-FFF2-40B4-BE49-F238E27FC236}">
                    <a16:creationId xmlns:a16="http://schemas.microsoft.com/office/drawing/2014/main" id="{9993736F-D727-EE89-CF1B-FD3FB0A21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78" name="Rectangle 184">
                <a:extLst>
                  <a:ext uri="{FF2B5EF4-FFF2-40B4-BE49-F238E27FC236}">
                    <a16:creationId xmlns:a16="http://schemas.microsoft.com/office/drawing/2014/main" id="{92CB7066-4C61-314E-1DB8-1D6EC9838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  <p:sp>
          <p:nvSpPr>
            <p:cNvPr id="73" name="Rectangle 181">
              <a:extLst>
                <a:ext uri="{FF2B5EF4-FFF2-40B4-BE49-F238E27FC236}">
                  <a16:creationId xmlns:a16="http://schemas.microsoft.com/office/drawing/2014/main" id="{3400D04A-4D01-B240-3467-801F136D7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74" name="Rectangle 181">
              <a:extLst>
                <a:ext uri="{FF2B5EF4-FFF2-40B4-BE49-F238E27FC236}">
                  <a16:creationId xmlns:a16="http://schemas.microsoft.com/office/drawing/2014/main" id="{7E943CAA-130C-D9FD-DD4D-ABAF27BC4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9CFC013-C015-141D-9118-E672A7F5FF1B}"/>
                </a:ext>
              </a:extLst>
            </p:cNvPr>
            <p:cNvCxnSpPr>
              <a:cxnSpLocks/>
            </p:cNvCxnSpPr>
            <p:nvPr/>
          </p:nvCxnSpPr>
          <p:spPr>
            <a:xfrm>
              <a:off x="6076877" y="3322145"/>
              <a:ext cx="0" cy="2571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75A4263-37D2-C3EE-A319-CC15A6F16FF1}"/>
                </a:ext>
              </a:extLst>
            </p:cNvPr>
            <p:cNvCxnSpPr/>
            <p:nvPr/>
          </p:nvCxnSpPr>
          <p:spPr>
            <a:xfrm>
              <a:off x="5796378" y="3320433"/>
              <a:ext cx="0" cy="2571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C922B17-C4EA-1E96-0810-27E07C184E98}"/>
              </a:ext>
            </a:extLst>
          </p:cNvPr>
          <p:cNvGrpSpPr/>
          <p:nvPr/>
        </p:nvGrpSpPr>
        <p:grpSpPr>
          <a:xfrm>
            <a:off x="7829047" y="1670143"/>
            <a:ext cx="1324348" cy="3606396"/>
            <a:chOff x="7693325" y="1484027"/>
            <a:chExt cx="1472574" cy="3792511"/>
          </a:xfrm>
        </p:grpSpPr>
        <p:sp>
          <p:nvSpPr>
            <p:cNvPr id="80" name="Freeform 118">
              <a:extLst>
                <a:ext uri="{FF2B5EF4-FFF2-40B4-BE49-F238E27FC236}">
                  <a16:creationId xmlns:a16="http://schemas.microsoft.com/office/drawing/2014/main" id="{DEBFE7F4-0482-9B0D-F5C7-2D312B9501DA}"/>
                </a:ext>
              </a:extLst>
            </p:cNvPr>
            <p:cNvSpPr/>
            <p:nvPr/>
          </p:nvSpPr>
          <p:spPr>
            <a:xfrm flipH="1">
              <a:off x="7863130" y="1484027"/>
              <a:ext cx="967925" cy="3792511"/>
            </a:xfrm>
            <a:custGeom>
              <a:avLst/>
              <a:gdLst>
                <a:gd name="connsiteX0" fmla="*/ 1822537 w 1822537"/>
                <a:gd name="connsiteY0" fmla="*/ 3263030 h 3263030"/>
                <a:gd name="connsiteX1" fmla="*/ 6263 w 1822537"/>
                <a:gd name="connsiteY1" fmla="*/ 2743200 h 3263030"/>
                <a:gd name="connsiteX2" fmla="*/ 0 w 1822537"/>
                <a:gd name="connsiteY2" fmla="*/ 0 h 3263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2537" h="3263030">
                  <a:moveTo>
                    <a:pt x="1822537" y="3263030"/>
                  </a:moveTo>
                  <a:lnTo>
                    <a:pt x="6263" y="2743200"/>
                  </a:lnTo>
                  <a:cubicBezTo>
                    <a:pt x="4175" y="1828800"/>
                    <a:pt x="2088" y="914400"/>
                    <a:pt x="0" y="0"/>
                  </a:cubicBezTo>
                </a:path>
              </a:pathLst>
            </a:custGeom>
            <a:noFill/>
            <a:ln w="44450">
              <a:solidFill>
                <a:srgbClr val="C00000"/>
              </a:solidFill>
              <a:tailEnd type="triangle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 </a:t>
              </a: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81808E88-C79B-A58E-FCB0-39B5B72673EA}"/>
                </a:ext>
              </a:extLst>
            </p:cNvPr>
            <p:cNvGrpSpPr/>
            <p:nvPr/>
          </p:nvGrpSpPr>
          <p:grpSpPr>
            <a:xfrm>
              <a:off x="7693325" y="4097936"/>
              <a:ext cx="1470663" cy="389744"/>
              <a:chOff x="6216702" y="5375649"/>
              <a:chExt cx="1470663" cy="38974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A8311F0A-D4D5-DF90-9F4B-C3A0A53C59C6}"/>
                  </a:ext>
                </a:extLst>
              </p:cNvPr>
              <p:cNvSpPr/>
              <p:nvPr/>
            </p:nvSpPr>
            <p:spPr>
              <a:xfrm>
                <a:off x="6477000" y="5375649"/>
                <a:ext cx="1210365" cy="3897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1" name="Group 182">
                <a:extLst>
                  <a:ext uri="{FF2B5EF4-FFF2-40B4-BE49-F238E27FC236}">
                    <a16:creationId xmlns:a16="http://schemas.microsoft.com/office/drawing/2014/main" id="{D3627CC6-23A7-1248-0143-4AF9D9C5BC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16702" y="5392448"/>
                <a:ext cx="1381126" cy="301625"/>
                <a:chOff x="265" y="1531"/>
                <a:chExt cx="870" cy="190"/>
              </a:xfrm>
            </p:grpSpPr>
            <p:sp>
              <p:nvSpPr>
                <p:cNvPr id="108" name="Rectangle 183">
                  <a:extLst>
                    <a:ext uri="{FF2B5EF4-FFF2-40B4-BE49-F238E27FC236}">
                      <a16:creationId xmlns:a16="http://schemas.microsoft.com/office/drawing/2014/main" id="{90B5305A-CF0E-A625-ABEF-E135E86565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" y="1549"/>
                  <a:ext cx="870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" name="Rectangle 184">
                  <a:extLst>
                    <a:ext uri="{FF2B5EF4-FFF2-40B4-BE49-F238E27FC236}">
                      <a16:creationId xmlns:a16="http://schemas.microsoft.com/office/drawing/2014/main" id="{22E97C06-4ACC-55E9-DB48-27C45A912B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102" name="Rectangle 181">
                <a:extLst>
                  <a:ext uri="{FF2B5EF4-FFF2-40B4-BE49-F238E27FC236}">
                    <a16:creationId xmlns:a16="http://schemas.microsoft.com/office/drawing/2014/main" id="{683A3AF1-7BE4-AD12-F23F-8A2C6C890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1757" y="5404115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03" name="Rectangle 181">
                <a:extLst>
                  <a:ext uri="{FF2B5EF4-FFF2-40B4-BE49-F238E27FC236}">
                    <a16:creationId xmlns:a16="http://schemas.microsoft.com/office/drawing/2014/main" id="{DA95D70E-4962-5259-BF13-6E48A753D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9453" y="5386777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0A4CE000-62CC-0592-F3FA-6DA2169D87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6894" y="542102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CEAF097D-D1EE-0156-9011-197CD1AB8AC2}"/>
                  </a:ext>
                </a:extLst>
              </p:cNvPr>
              <p:cNvCxnSpPr/>
              <p:nvPr/>
            </p:nvCxnSpPr>
            <p:spPr>
              <a:xfrm>
                <a:off x="6826395" y="5419311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Rectangle 181">
                <a:extLst>
                  <a:ext uri="{FF2B5EF4-FFF2-40B4-BE49-F238E27FC236}">
                    <a16:creationId xmlns:a16="http://schemas.microsoft.com/office/drawing/2014/main" id="{5A1B83D7-5D5E-464A-5AB3-D5BA7C3F3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6418" y="5394426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E08BBCA3-7EE7-DB03-BA14-369F7277E4F3}"/>
                  </a:ext>
                </a:extLst>
              </p:cNvPr>
              <p:cNvCxnSpPr/>
              <p:nvPr/>
            </p:nvCxnSpPr>
            <p:spPr>
              <a:xfrm>
                <a:off x="6505708" y="5419900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F2B1220-EE3B-CF09-B31A-7D2B72739950}"/>
                </a:ext>
              </a:extLst>
            </p:cNvPr>
            <p:cNvGrpSpPr/>
            <p:nvPr/>
          </p:nvGrpSpPr>
          <p:grpSpPr>
            <a:xfrm>
              <a:off x="8014421" y="3363106"/>
              <a:ext cx="1058375" cy="307296"/>
              <a:chOff x="5509436" y="3287899"/>
              <a:chExt cx="1058375" cy="307296"/>
            </a:xfrm>
          </p:grpSpPr>
          <p:grpSp>
            <p:nvGrpSpPr>
              <p:cNvPr id="93" name="Group 182">
                <a:extLst>
                  <a:ext uri="{FF2B5EF4-FFF2-40B4-BE49-F238E27FC236}">
                    <a16:creationId xmlns:a16="http://schemas.microsoft.com/office/drawing/2014/main" id="{B8A89D20-08C7-AEC5-B44E-4DFCBD1513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98" name="Rectangle 183">
                  <a:extLst>
                    <a:ext uri="{FF2B5EF4-FFF2-40B4-BE49-F238E27FC236}">
                      <a16:creationId xmlns:a16="http://schemas.microsoft.com/office/drawing/2014/main" id="{A955692B-6D5E-CA7E-3A96-511E175AB3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" name="Rectangle 184">
                  <a:extLst>
                    <a:ext uri="{FF2B5EF4-FFF2-40B4-BE49-F238E27FC236}">
                      <a16:creationId xmlns:a16="http://schemas.microsoft.com/office/drawing/2014/main" id="{783B1C62-C547-8ADB-9C0E-A2F25AD8BB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94" name="Rectangle 181">
                <a:extLst>
                  <a:ext uri="{FF2B5EF4-FFF2-40B4-BE49-F238E27FC236}">
                    <a16:creationId xmlns:a16="http://schemas.microsoft.com/office/drawing/2014/main" id="{99A51540-8E43-B94B-6B88-1CF8DBA41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95" name="Rectangle 181">
                <a:extLst>
                  <a:ext uri="{FF2B5EF4-FFF2-40B4-BE49-F238E27FC236}">
                    <a16:creationId xmlns:a16="http://schemas.microsoft.com/office/drawing/2014/main" id="{DC83CA95-04C1-C621-5625-28C42F071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0124DC3A-1FD6-002D-8B12-8A74748D3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6877" y="3322145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4BC7841-A588-D116-298F-61797FE3BE3E}"/>
                  </a:ext>
                </a:extLst>
              </p:cNvPr>
              <p:cNvCxnSpPr/>
              <p:nvPr/>
            </p:nvCxnSpPr>
            <p:spPr>
              <a:xfrm>
                <a:off x="5796378" y="332043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B791C6B-FF24-4F22-1A6E-05FD9CD3CFFB}"/>
                </a:ext>
              </a:extLst>
            </p:cNvPr>
            <p:cNvGrpSpPr/>
            <p:nvPr/>
          </p:nvGrpSpPr>
          <p:grpSpPr>
            <a:xfrm>
              <a:off x="8257849" y="2658970"/>
              <a:ext cx="908050" cy="301625"/>
              <a:chOff x="6877524" y="6049441"/>
              <a:chExt cx="908050" cy="301625"/>
            </a:xfrm>
          </p:grpSpPr>
          <p:grpSp>
            <p:nvGrpSpPr>
              <p:cNvPr id="87" name="Group 179">
                <a:extLst>
                  <a:ext uri="{FF2B5EF4-FFF2-40B4-BE49-F238E27FC236}">
                    <a16:creationId xmlns:a16="http://schemas.microsoft.com/office/drawing/2014/main" id="{137F716D-0C5C-E8E0-D15F-940C7002F3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7524" y="6051029"/>
                <a:ext cx="296863" cy="292100"/>
                <a:chOff x="1959" y="2058"/>
                <a:chExt cx="187" cy="184"/>
              </a:xfrm>
            </p:grpSpPr>
            <p:sp>
              <p:nvSpPr>
                <p:cNvPr id="91" name="Rectangle 180">
                  <a:extLst>
                    <a:ext uri="{FF2B5EF4-FFF2-40B4-BE49-F238E27FC236}">
                      <a16:creationId xmlns:a16="http://schemas.microsoft.com/office/drawing/2014/main" id="{1B61978F-C9F3-BC31-5703-7827E87B8B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2" name="Rectangle 181">
                  <a:extLst>
                    <a:ext uri="{FF2B5EF4-FFF2-40B4-BE49-F238E27FC236}">
                      <a16:creationId xmlns:a16="http://schemas.microsoft.com/office/drawing/2014/main" id="{724C861F-B0EB-1A86-DB5C-0F88C5A9C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H</a:t>
                  </a:r>
                  <a:r>
                    <a:rPr kumimoji="0" lang="en-US" altLang="en-US" sz="1800" b="0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t</a:t>
                  </a:r>
                </a:p>
              </p:txBody>
            </p:sp>
          </p:grpSp>
          <p:grpSp>
            <p:nvGrpSpPr>
              <p:cNvPr id="88" name="Group 182">
                <a:extLst>
                  <a:ext uri="{FF2B5EF4-FFF2-40B4-BE49-F238E27FC236}">
                    <a16:creationId xmlns:a16="http://schemas.microsoft.com/office/drawing/2014/main" id="{DD8F010D-C837-0061-FB96-41BC604CF9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6124" y="6049441"/>
                <a:ext cx="679450" cy="301625"/>
                <a:chOff x="780" y="1553"/>
                <a:chExt cx="428" cy="190"/>
              </a:xfrm>
            </p:grpSpPr>
            <p:sp>
              <p:nvSpPr>
                <p:cNvPr id="89" name="Rectangle 183">
                  <a:extLst>
                    <a:ext uri="{FF2B5EF4-FFF2-40B4-BE49-F238E27FC236}">
                      <a16:creationId xmlns:a16="http://schemas.microsoft.com/office/drawing/2014/main" id="{D245623B-2145-304D-F61D-D0FB2C1F03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Rectangle 184">
                  <a:extLst>
                    <a:ext uri="{FF2B5EF4-FFF2-40B4-BE49-F238E27FC236}">
                      <a16:creationId xmlns:a16="http://schemas.microsoft.com/office/drawing/2014/main" id="{FA50DD05-A2CD-3EE5-4488-D6D73F9311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</p:grpSp>
        <p:grpSp>
          <p:nvGrpSpPr>
            <p:cNvPr id="84" name="Group 175">
              <a:extLst>
                <a:ext uri="{FF2B5EF4-FFF2-40B4-BE49-F238E27FC236}">
                  <a16:creationId xmlns:a16="http://schemas.microsoft.com/office/drawing/2014/main" id="{F99E547D-3A26-C9FE-6BDC-469069A424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5451" y="1880020"/>
              <a:ext cx="679450" cy="301625"/>
              <a:chOff x="780" y="1553"/>
              <a:chExt cx="428" cy="190"/>
            </a:xfrm>
          </p:grpSpPr>
          <p:sp>
            <p:nvSpPr>
              <p:cNvPr id="85" name="Rectangle 176">
                <a:extLst>
                  <a:ext uri="{FF2B5EF4-FFF2-40B4-BE49-F238E27FC236}">
                    <a16:creationId xmlns:a16="http://schemas.microsoft.com/office/drawing/2014/main" id="{A5F1B25A-E0CA-9B56-41E2-61F965E40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86" name="Rectangle 177">
                <a:extLst>
                  <a:ext uri="{FF2B5EF4-FFF2-40B4-BE49-F238E27FC236}">
                    <a16:creationId xmlns:a16="http://schemas.microsoft.com/office/drawing/2014/main" id="{11AEFC8D-10AD-31CE-5E44-919E08E93C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sp>
        <p:nvSpPr>
          <p:cNvPr id="110" name="Freeform 8">
            <a:extLst>
              <a:ext uri="{FF2B5EF4-FFF2-40B4-BE49-F238E27FC236}">
                <a16:creationId xmlns:a16="http://schemas.microsoft.com/office/drawing/2014/main" id="{EE649437-0796-822F-BCE5-ED144AE03041}"/>
              </a:ext>
            </a:extLst>
          </p:cNvPr>
          <p:cNvSpPr>
            <a:spLocks/>
          </p:cNvSpPr>
          <p:nvPr/>
        </p:nvSpPr>
        <p:spPr bwMode="auto">
          <a:xfrm>
            <a:off x="4442381" y="4766841"/>
            <a:ext cx="3550913" cy="509581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00"/>
              <a:gd name="T19" fmla="*/ 0 h 2072"/>
              <a:gd name="T20" fmla="*/ 4100 w 4100"/>
              <a:gd name="T21" fmla="*/ 2072 h 2072"/>
              <a:gd name="connsiteX0" fmla="*/ 0 w 10000"/>
              <a:gd name="connsiteY0" fmla="*/ 0 h 10000"/>
              <a:gd name="connsiteX1" fmla="*/ 10 w 10000"/>
              <a:gd name="connsiteY1" fmla="*/ 8378 h 10000"/>
              <a:gd name="connsiteX2" fmla="*/ 1961 w 10000"/>
              <a:gd name="connsiteY2" fmla="*/ 9961 h 10000"/>
              <a:gd name="connsiteX3" fmla="*/ 8459 w 10000"/>
              <a:gd name="connsiteY3" fmla="*/ 10000 h 10000"/>
              <a:gd name="connsiteX4" fmla="*/ 10000 w 10000"/>
              <a:gd name="connsiteY4" fmla="*/ 8378 h 10000"/>
              <a:gd name="connsiteX0" fmla="*/ 0 w 8459"/>
              <a:gd name="connsiteY0" fmla="*/ 0 h 10000"/>
              <a:gd name="connsiteX1" fmla="*/ 10 w 8459"/>
              <a:gd name="connsiteY1" fmla="*/ 8378 h 10000"/>
              <a:gd name="connsiteX2" fmla="*/ 1961 w 8459"/>
              <a:gd name="connsiteY2" fmla="*/ 9961 h 10000"/>
              <a:gd name="connsiteX3" fmla="*/ 8459 w 8459"/>
              <a:gd name="connsiteY3" fmla="*/ 10000 h 10000"/>
              <a:gd name="connsiteX0" fmla="*/ 0 w 9988"/>
              <a:gd name="connsiteY0" fmla="*/ 0 h 1622"/>
              <a:gd name="connsiteX1" fmla="*/ 2306 w 9988"/>
              <a:gd name="connsiteY1" fmla="*/ 1583 h 1622"/>
              <a:gd name="connsiteX2" fmla="*/ 9988 w 9988"/>
              <a:gd name="connsiteY2" fmla="*/ 1622 h 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88" h="1622">
                <a:moveTo>
                  <a:pt x="0" y="0"/>
                </a:moveTo>
                <a:lnTo>
                  <a:pt x="2306" y="1583"/>
                </a:lnTo>
                <a:lnTo>
                  <a:pt x="9988" y="1622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2DED6BA-CCB0-50F0-49E3-0BCA005EB107}"/>
              </a:ext>
            </a:extLst>
          </p:cNvPr>
          <p:cNvGrpSpPr/>
          <p:nvPr/>
        </p:nvGrpSpPr>
        <p:grpSpPr>
          <a:xfrm>
            <a:off x="3186222" y="1821284"/>
            <a:ext cx="1166111" cy="1967713"/>
            <a:chOff x="3186222" y="2137612"/>
            <a:chExt cx="1175683" cy="1688170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FA079C5-D290-332F-49FA-BCD2D95EDFD0}"/>
                </a:ext>
              </a:extLst>
            </p:cNvPr>
            <p:cNvSpPr txBox="1"/>
            <p:nvPr/>
          </p:nvSpPr>
          <p:spPr>
            <a:xfrm>
              <a:off x="3186222" y="2137612"/>
              <a:ext cx="1054061" cy="3168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message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C2F3D07-B974-BD5B-98FE-85992804142E}"/>
                </a:ext>
              </a:extLst>
            </p:cNvPr>
            <p:cNvSpPr txBox="1"/>
            <p:nvPr/>
          </p:nvSpPr>
          <p:spPr>
            <a:xfrm>
              <a:off x="3206384" y="2817607"/>
              <a:ext cx="1054061" cy="3168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segment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ACDBBC2-BC86-7B62-F7A7-0B8F43C41F33}"/>
                </a:ext>
              </a:extLst>
            </p:cNvPr>
            <p:cNvSpPr txBox="1"/>
            <p:nvPr/>
          </p:nvSpPr>
          <p:spPr>
            <a:xfrm>
              <a:off x="3188248" y="3508919"/>
              <a:ext cx="1173657" cy="3168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datagram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71162880-E5D1-8F5D-0604-FC0437C15BB4}"/>
              </a:ext>
            </a:extLst>
          </p:cNvPr>
          <p:cNvSpPr txBox="1"/>
          <p:nvPr/>
        </p:nvSpPr>
        <p:spPr>
          <a:xfrm>
            <a:off x="3226994" y="4179160"/>
            <a:ext cx="10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frame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2533717-EE96-0F61-67A4-62666F5A0AD2}"/>
              </a:ext>
            </a:extLst>
          </p:cNvPr>
          <p:cNvGrpSpPr/>
          <p:nvPr/>
        </p:nvGrpSpPr>
        <p:grpSpPr>
          <a:xfrm flipH="1">
            <a:off x="4288022" y="4209579"/>
            <a:ext cx="1701981" cy="295547"/>
            <a:chOff x="5144294" y="4194650"/>
            <a:chExt cx="1347789" cy="307296"/>
          </a:xfrm>
        </p:grpSpPr>
        <p:grpSp>
          <p:nvGrpSpPr>
            <p:cNvPr id="117" name="Group 182">
              <a:extLst>
                <a:ext uri="{FF2B5EF4-FFF2-40B4-BE49-F238E27FC236}">
                  <a16:creationId xmlns:a16="http://schemas.microsoft.com/office/drawing/2014/main" id="{40734155-87C7-4304-C4D4-F1CC8AEF5B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4294" y="4200321"/>
              <a:ext cx="1347789" cy="301625"/>
              <a:chOff x="286" y="1531"/>
              <a:chExt cx="849" cy="190"/>
            </a:xfrm>
          </p:grpSpPr>
          <p:sp>
            <p:nvSpPr>
              <p:cNvPr id="124" name="Rectangle 183">
                <a:extLst>
                  <a:ext uri="{FF2B5EF4-FFF2-40B4-BE49-F238E27FC236}">
                    <a16:creationId xmlns:a16="http://schemas.microsoft.com/office/drawing/2014/main" id="{44979F47-358F-CF6E-9820-6B2085377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" y="1549"/>
                <a:ext cx="849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4">
                <a:extLst>
                  <a:ext uri="{FF2B5EF4-FFF2-40B4-BE49-F238E27FC236}">
                    <a16:creationId xmlns:a16="http://schemas.microsoft.com/office/drawing/2014/main" id="{8C612AF6-114B-1819-EA5B-313D148CA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  <p:sp>
          <p:nvSpPr>
            <p:cNvPr id="118" name="Rectangle 181">
              <a:extLst>
                <a:ext uri="{FF2B5EF4-FFF2-40B4-BE49-F238E27FC236}">
                  <a16:creationId xmlns:a16="http://schemas.microsoft.com/office/drawing/2014/main" id="{6F8A9C0E-5785-A243-0EF7-CC61E3CF0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6012" y="4211988"/>
              <a:ext cx="3318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19" name="Rectangle 181">
              <a:extLst>
                <a:ext uri="{FF2B5EF4-FFF2-40B4-BE49-F238E27FC236}">
                  <a16:creationId xmlns:a16="http://schemas.microsoft.com/office/drawing/2014/main" id="{E5F0038F-2173-3D97-4040-4440144B6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3708" y="4194650"/>
              <a:ext cx="296863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34157E4-DCDA-A192-C7CD-1F0E1EF5D261}"/>
                </a:ext>
              </a:extLst>
            </p:cNvPr>
            <p:cNvCxnSpPr>
              <a:cxnSpLocks/>
            </p:cNvCxnSpPr>
            <p:nvPr/>
          </p:nvCxnSpPr>
          <p:spPr>
            <a:xfrm>
              <a:off x="6001149" y="4228896"/>
              <a:ext cx="0" cy="2571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26457E2-BBEC-5800-7606-D8A6A3466F31}"/>
                </a:ext>
              </a:extLst>
            </p:cNvPr>
            <p:cNvCxnSpPr/>
            <p:nvPr/>
          </p:nvCxnSpPr>
          <p:spPr>
            <a:xfrm>
              <a:off x="5720650" y="4227184"/>
              <a:ext cx="0" cy="2571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ctangle 181">
              <a:extLst>
                <a:ext uri="{FF2B5EF4-FFF2-40B4-BE49-F238E27FC236}">
                  <a16:creationId xmlns:a16="http://schemas.microsoft.com/office/drawing/2014/main" id="{AE9EAEA2-1FC3-B605-B8D0-2DBCDDA39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9178" y="4198403"/>
              <a:ext cx="296863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l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31EB64B-3FB2-810D-4AF8-641E7BBC50A2}"/>
                </a:ext>
              </a:extLst>
            </p:cNvPr>
            <p:cNvCxnSpPr/>
            <p:nvPr/>
          </p:nvCxnSpPr>
          <p:spPr>
            <a:xfrm>
              <a:off x="5418102" y="4226433"/>
              <a:ext cx="0" cy="2571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43F2D1AD-3286-525A-FC86-EA2C4DB17754}"/>
              </a:ext>
            </a:extLst>
          </p:cNvPr>
          <p:cNvSpPr txBox="1"/>
          <p:nvPr/>
        </p:nvSpPr>
        <p:spPr>
          <a:xfrm rot="20998948">
            <a:off x="5844603" y="1636618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sits here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626FF5F-185E-A11C-C1CA-68C6051E4142}"/>
              </a:ext>
            </a:extLst>
          </p:cNvPr>
          <p:cNvCxnSpPr>
            <a:cxnSpLocks/>
          </p:cNvCxnSpPr>
          <p:nvPr/>
        </p:nvCxnSpPr>
        <p:spPr>
          <a:xfrm>
            <a:off x="2999353" y="2455157"/>
            <a:ext cx="6268194" cy="827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70D6534-4FDA-BB17-0D5A-04C031D54D18}"/>
              </a:ext>
            </a:extLst>
          </p:cNvPr>
          <p:cNvCxnSpPr>
            <a:cxnSpLocks/>
          </p:cNvCxnSpPr>
          <p:nvPr/>
        </p:nvCxnSpPr>
        <p:spPr>
          <a:xfrm>
            <a:off x="3069323" y="3224915"/>
            <a:ext cx="6268194" cy="827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11F71BC-B313-240D-5570-0C98E7564A0C}"/>
              </a:ext>
            </a:extLst>
          </p:cNvPr>
          <p:cNvCxnSpPr>
            <a:cxnSpLocks/>
          </p:cNvCxnSpPr>
          <p:nvPr/>
        </p:nvCxnSpPr>
        <p:spPr>
          <a:xfrm>
            <a:off x="3044830" y="3951199"/>
            <a:ext cx="6268194" cy="827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15AB34F-D5BD-8C42-3580-71E825F08E9C}"/>
              </a:ext>
            </a:extLst>
          </p:cNvPr>
          <p:cNvCxnSpPr>
            <a:cxnSpLocks/>
          </p:cNvCxnSpPr>
          <p:nvPr/>
        </p:nvCxnSpPr>
        <p:spPr>
          <a:xfrm>
            <a:off x="2990340" y="4729774"/>
            <a:ext cx="6268194" cy="827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70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1.48148E-6 L -0.17917 0.010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58" y="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85185E-6 L -0.20157 0.0340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78" y="169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81481E-6 L -0.22096 0.0495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55" y="247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2.22222E-6 L -0.16224 -0.0062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12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0" grpId="0" animBg="1"/>
      <p:bldP spid="115" grpId="0"/>
      <p:bldP spid="11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99F0-9762-C1A9-E186-06900F0D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82C04-057D-01EF-3038-B26485F6C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30" y="1690688"/>
            <a:ext cx="4853683" cy="4351338"/>
          </a:xfrm>
        </p:spPr>
        <p:txBody>
          <a:bodyPr/>
          <a:lstStyle/>
          <a:p>
            <a:r>
              <a:rPr lang="en-US" dirty="0"/>
              <a:t>Request from Client</a:t>
            </a:r>
          </a:p>
          <a:p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HTTP/1.1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developer.mozilla.org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Accept-Language: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560F64-5C98-8127-D2E0-A38E1C180A03}"/>
              </a:ext>
            </a:extLst>
          </p:cNvPr>
          <p:cNvSpPr txBox="1">
            <a:spLocks/>
          </p:cNvSpPr>
          <p:nvPr/>
        </p:nvSpPr>
        <p:spPr>
          <a:xfrm>
            <a:off x="5460714" y="1690688"/>
            <a:ext cx="60566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Response from Server</a:t>
            </a:r>
          </a:p>
          <a:p>
            <a:endParaRPr lang="en-US" dirty="0"/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HTTP/1.1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 OK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Sat, 09 Oct 2010 14:28:02 GMT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Apache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Last-Modified: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Tue, 01 Dec 2009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ETag: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"51142bc1-7449-479b075b2891b"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Accept-Ranges: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bytes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Content-Length: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29769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text/html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500" i="1" dirty="0">
                <a:latin typeface="Courier New" panose="02070309020205020404" pitchFamily="49" charset="0"/>
                <a:cs typeface="Courier New" panose="02070309020205020404" pitchFamily="49" charset="0"/>
              </a:rPr>
              <a:t>(here come the 29769 bytes of the requested web page)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47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0D02-3F66-5FF1-3E34-589165CBA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656" y="440127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HTTP Message Anatomy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42E131-58D1-828B-B395-204D767C7BEE}"/>
              </a:ext>
            </a:extLst>
          </p:cNvPr>
          <p:cNvSpPr txBox="1"/>
          <p:nvPr/>
        </p:nvSpPr>
        <p:spPr>
          <a:xfrm>
            <a:off x="1196656" y="6605725"/>
            <a:ext cx="9795638" cy="257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000" dirty="0"/>
              <a:t>https://mdn.github.io/shared-assets/images/diagrams/http/overview/http-request.svg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840A4D3B-CEAE-5ABB-B633-5466E8213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312" y="2236142"/>
            <a:ext cx="4879354" cy="300631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71DAC6-C11D-198E-86B9-22DF18A61E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9367" y="2373765"/>
            <a:ext cx="6091321" cy="295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28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6AEB7-086B-AEE7-4391-04AE66A8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C436-1AE8-A35B-8E19-405000A0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and 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C0F9-7161-0991-E5DB-BF9E6D0BC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Host-to-host communication</a:t>
            </a:r>
          </a:p>
          <a:p>
            <a:r>
              <a:rPr lang="en-US" dirty="0"/>
              <a:t>Each process listens to a port</a:t>
            </a:r>
          </a:p>
          <a:p>
            <a:pPr lvl="1"/>
            <a:r>
              <a:rPr lang="en-US" dirty="0"/>
              <a:t>Well-known ports (0-1023)</a:t>
            </a:r>
          </a:p>
          <a:p>
            <a:pPr lvl="2"/>
            <a:r>
              <a:rPr lang="en-US" dirty="0"/>
              <a:t>FTP – port 20</a:t>
            </a:r>
          </a:p>
          <a:p>
            <a:pPr lvl="2"/>
            <a:r>
              <a:rPr lang="en-US" dirty="0"/>
              <a:t>SSH – port 22</a:t>
            </a:r>
          </a:p>
          <a:p>
            <a:pPr lvl="2"/>
            <a:r>
              <a:rPr lang="en-US" dirty="0"/>
              <a:t>SMTP – port 25</a:t>
            </a:r>
          </a:p>
          <a:p>
            <a:pPr lvl="2"/>
            <a:r>
              <a:rPr lang="en-US" dirty="0"/>
              <a:t>HTTP – port 80</a:t>
            </a:r>
          </a:p>
          <a:p>
            <a:pPr lvl="2"/>
            <a:r>
              <a:rPr lang="en-US" dirty="0"/>
              <a:t>HTTPS – port 443</a:t>
            </a:r>
          </a:p>
          <a:p>
            <a:pPr lvl="1"/>
            <a:r>
              <a:rPr lang="en-US" dirty="0"/>
              <a:t>Registered ports (1024-49151)</a:t>
            </a:r>
          </a:p>
          <a:p>
            <a:pPr lvl="1"/>
            <a:r>
              <a:rPr lang="en-US" dirty="0"/>
              <a:t>Dynamic ports (49152-65535)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602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7FDC-B145-8D15-18C7-524B6716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 and 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5154C-E9CA-B694-731F-ABF2B9FD3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IP address is the unique address of a computer on the internet</a:t>
            </a:r>
          </a:p>
          <a:p>
            <a:pPr lvl="1"/>
            <a:r>
              <a:rPr lang="en-US" dirty="0"/>
              <a:t>128.228.254.200 – cuny.edu</a:t>
            </a:r>
          </a:p>
          <a:p>
            <a:pPr lvl="1"/>
            <a:r>
              <a:rPr lang="en-US" dirty="0"/>
              <a:t>128.119.8.148 – umass.edu</a:t>
            </a:r>
          </a:p>
          <a:p>
            <a:r>
              <a:rPr lang="en-US" dirty="0"/>
              <a:t>IPv4 vs IPv6</a:t>
            </a:r>
          </a:p>
          <a:p>
            <a:r>
              <a:rPr lang="en-US" dirty="0"/>
              <a:t>DNS and DNS Servers</a:t>
            </a:r>
          </a:p>
          <a:p>
            <a:pPr lvl="1"/>
            <a:r>
              <a:rPr lang="en-US" dirty="0"/>
              <a:t>ISP DNS Server</a:t>
            </a:r>
          </a:p>
          <a:p>
            <a:pPr lvl="1"/>
            <a:r>
              <a:rPr lang="en-US" dirty="0"/>
              <a:t>Top-Level DNS Servers</a:t>
            </a:r>
          </a:p>
          <a:p>
            <a:pPr lvl="1"/>
            <a:r>
              <a:rPr lang="en-US" dirty="0"/>
              <a:t>Second-Level DNS Servers</a:t>
            </a:r>
          </a:p>
          <a:p>
            <a:pPr lvl="1"/>
            <a:r>
              <a:rPr lang="en-US" dirty="0"/>
              <a:t>Authoritative DNS Servers</a:t>
            </a:r>
          </a:p>
        </p:txBody>
      </p:sp>
    </p:spTree>
    <p:extLst>
      <p:ext uri="{BB962C8B-B14F-4D97-AF65-F5344CB8AC3E}">
        <p14:creationId xmlns:p14="http://schemas.microsoft.com/office/powerpoint/2010/main" val="421998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6AC1-72E2-4435-40ED-95E417BB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Schema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61C42-ABC5-8392-FD9C-295DC243B586}"/>
              </a:ext>
            </a:extLst>
          </p:cNvPr>
          <p:cNvSpPr txBox="1"/>
          <p:nvPr/>
        </p:nvSpPr>
        <p:spPr>
          <a:xfrm>
            <a:off x="607634" y="2173753"/>
            <a:ext cx="10972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https://johndoe:123456@sub.example.com:8080/p/a/t/h?query=string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                     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────────┬──┬─────────────────────┬────────────────────────┬───────────────────────────┬───────┤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protocol │  │        auth         │          host          │           path            │ hash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     │  │                     ├─────────────────┬──────┼──────────┬────────────────┤     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     │  │                     │    hostname     │ port │ pathname │     search     │     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     │  │                     │                 │      │          ├─┬──────────────┤     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     │  │                     │                 │      │          │ │    query     │     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https:   //    user   :   pass   @ sub.example.com : 8080   /p/a/t/h  ?  query=string   #hash 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     │  │          │          │    hostname     │ port │          │                │     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     │  │          │          ├─────────────────┴──────┤          │                │     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protocol │  │ username │ password │          host          │          │                │     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├──────────┴──┼──────────┴──────────┼────────────────────────┤          │                │     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  origin    │                     │         origin         │ pathname │     search     │ hash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───────────┴─────────────────────┴────────────────────────┴──────────┴────────────────┴───────┤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                     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│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└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4249769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652</Words>
  <Application>Microsoft Office PowerPoint</Application>
  <PresentationFormat>Widescreen</PresentationFormat>
  <Paragraphs>153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Courier New</vt:lpstr>
      <vt:lpstr>Office Theme</vt:lpstr>
      <vt:lpstr>1_Office Theme</vt:lpstr>
      <vt:lpstr>WebDev</vt:lpstr>
      <vt:lpstr>Intro to Web</vt:lpstr>
      <vt:lpstr>The Internet</vt:lpstr>
      <vt:lpstr>The Genesis of the Internet</vt:lpstr>
      <vt:lpstr>TCP/IP Protocol</vt:lpstr>
      <vt:lpstr>TCP/IP Protocol</vt:lpstr>
      <vt:lpstr>Application Layer and Protocols</vt:lpstr>
      <vt:lpstr> HTTP – The Foundation of Web</vt:lpstr>
      <vt:lpstr>HTTP – In the Grand Scheme of Things</vt:lpstr>
      <vt:lpstr>HTTP Flow</vt:lpstr>
      <vt:lpstr>HTTP Message Anatomy</vt:lpstr>
      <vt:lpstr>Transport Layer and Ports</vt:lpstr>
      <vt:lpstr>Network Layer and IPs</vt:lpstr>
      <vt:lpstr>URL Schema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Baci</dc:creator>
  <cp:lastModifiedBy>Nikola Baci</cp:lastModifiedBy>
  <cp:revision>2</cp:revision>
  <dcterms:created xsi:type="dcterms:W3CDTF">2025-07-07T15:37:20Z</dcterms:created>
  <dcterms:modified xsi:type="dcterms:W3CDTF">2025-08-28T11:59:19Z</dcterms:modified>
</cp:coreProperties>
</file>