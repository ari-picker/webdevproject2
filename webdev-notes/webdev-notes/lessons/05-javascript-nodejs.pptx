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261" r:id="rId3"/>
    <p:sldId id="274" r:id="rId4"/>
    <p:sldId id="275" r:id="rId5"/>
    <p:sldId id="276" r:id="rId6"/>
    <p:sldId id="277" r:id="rId7"/>
    <p:sldId id="278" r:id="rId8"/>
    <p:sldId id="279" r:id="rId9"/>
    <p:sldId id="281" r:id="rId10"/>
    <p:sldId id="282" r:id="rId11"/>
    <p:sldId id="284" r:id="rId12"/>
    <p:sldId id="283" r:id="rId13"/>
    <p:sldId id="285" r:id="rId14"/>
    <p:sldId id="286" r:id="rId15"/>
    <p:sldId id="280" r:id="rId16"/>
    <p:sldId id="287" r:id="rId17"/>
    <p:sldId id="289" r:id="rId18"/>
    <p:sldId id="288" r:id="rId19"/>
    <p:sldId id="291" r:id="rId20"/>
    <p:sldId id="292" r:id="rId21"/>
    <p:sldId id="293" r:id="rId22"/>
    <p:sldId id="294" r:id="rId23"/>
    <p:sldId id="295" r:id="rId24"/>
    <p:sldId id="296" r:id="rId25"/>
    <p:sldId id="290" r:id="rId26"/>
    <p:sldId id="297" r:id="rId27"/>
    <p:sldId id="298" r:id="rId28"/>
    <p:sldId id="300" r:id="rId29"/>
    <p:sldId id="301" r:id="rId30"/>
    <p:sldId id="302" r:id="rId31"/>
    <p:sldId id="303" r:id="rId32"/>
    <p:sldId id="304" r:id="rId33"/>
    <p:sldId id="29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38B597-6574-41CD-B528-BF2115DAB9B6}" v="76" dt="2025-10-12T22:30:20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96" autoAdjust="0"/>
    <p:restoredTop sz="94660"/>
  </p:normalViewPr>
  <p:slideViewPr>
    <p:cSldViewPr snapToGrid="0">
      <p:cViewPr>
        <p:scale>
          <a:sx n="76" d="100"/>
          <a:sy n="76" d="100"/>
        </p:scale>
        <p:origin x="5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37161" cy="13716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la Baci" userId="473fddf6-354f-4a55-bb0c-489699c5b784" providerId="ADAL" clId="{955CBDAC-7F7E-42A5-B2A1-D806DB2DB19E}"/>
    <pc:docChg chg="undo redo custSel addSld delSld modSld sldOrd delMainMaster">
      <pc:chgData name="Nikola Baci" userId="473fddf6-354f-4a55-bb0c-489699c5b784" providerId="ADAL" clId="{955CBDAC-7F7E-42A5-B2A1-D806DB2DB19E}" dt="2025-10-12T22:32:00.570" v="10787" actId="20577"/>
      <pc:docMkLst>
        <pc:docMk/>
      </pc:docMkLst>
      <pc:sldChg chg="modSp mod">
        <pc:chgData name="Nikola Baci" userId="473fddf6-354f-4a55-bb0c-489699c5b784" providerId="ADAL" clId="{955CBDAC-7F7E-42A5-B2A1-D806DB2DB19E}" dt="2025-10-12T22:32:00.570" v="10787" actId="20577"/>
        <pc:sldMkLst>
          <pc:docMk/>
          <pc:sldMk cId="1131127281" sldId="261"/>
        </pc:sldMkLst>
        <pc:spChg chg="mod">
          <ac:chgData name="Nikola Baci" userId="473fddf6-354f-4a55-bb0c-489699c5b784" providerId="ADAL" clId="{955CBDAC-7F7E-42A5-B2A1-D806DB2DB19E}" dt="2025-10-12T14:49:13.646" v="6" actId="20577"/>
          <ac:spMkLst>
            <pc:docMk/>
            <pc:sldMk cId="1131127281" sldId="261"/>
            <ac:spMk id="2" creationId="{9FBB0E09-76E8-D86D-9D4C-5B29FE814442}"/>
          </ac:spMkLst>
        </pc:spChg>
        <pc:spChg chg="mod">
          <ac:chgData name="Nikola Baci" userId="473fddf6-354f-4a55-bb0c-489699c5b784" providerId="ADAL" clId="{955CBDAC-7F7E-42A5-B2A1-D806DB2DB19E}" dt="2025-10-12T22:32:00.570" v="10787" actId="20577"/>
          <ac:spMkLst>
            <pc:docMk/>
            <pc:sldMk cId="1131127281" sldId="261"/>
            <ac:spMk id="3" creationId="{1D72CAAA-F080-BAF6-8FD0-378166EA4B2F}"/>
          </ac:spMkLst>
        </pc:spChg>
      </pc:sldChg>
      <pc:sldChg chg="del">
        <pc:chgData name="Nikola Baci" userId="473fddf6-354f-4a55-bb0c-489699c5b784" providerId="ADAL" clId="{955CBDAC-7F7E-42A5-B2A1-D806DB2DB19E}" dt="2025-10-12T20:41:02.599" v="6472" actId="47"/>
        <pc:sldMkLst>
          <pc:docMk/>
          <pc:sldMk cId="912229939" sldId="262"/>
        </pc:sldMkLst>
      </pc:sldChg>
      <pc:sldChg chg="del">
        <pc:chgData name="Nikola Baci" userId="473fddf6-354f-4a55-bb0c-489699c5b784" providerId="ADAL" clId="{955CBDAC-7F7E-42A5-B2A1-D806DB2DB19E}" dt="2025-10-12T20:41:02.599" v="6472" actId="47"/>
        <pc:sldMkLst>
          <pc:docMk/>
          <pc:sldMk cId="92356292" sldId="263"/>
        </pc:sldMkLst>
      </pc:sldChg>
      <pc:sldChg chg="del">
        <pc:chgData name="Nikola Baci" userId="473fddf6-354f-4a55-bb0c-489699c5b784" providerId="ADAL" clId="{955CBDAC-7F7E-42A5-B2A1-D806DB2DB19E}" dt="2025-10-12T20:41:02.599" v="6472" actId="47"/>
        <pc:sldMkLst>
          <pc:docMk/>
          <pc:sldMk cId="4206236001" sldId="264"/>
        </pc:sldMkLst>
      </pc:sldChg>
      <pc:sldChg chg="del">
        <pc:chgData name="Nikola Baci" userId="473fddf6-354f-4a55-bb0c-489699c5b784" providerId="ADAL" clId="{955CBDAC-7F7E-42A5-B2A1-D806DB2DB19E}" dt="2025-10-12T20:41:02.599" v="6472" actId="47"/>
        <pc:sldMkLst>
          <pc:docMk/>
          <pc:sldMk cId="4036106097" sldId="265"/>
        </pc:sldMkLst>
      </pc:sldChg>
      <pc:sldChg chg="del">
        <pc:chgData name="Nikola Baci" userId="473fddf6-354f-4a55-bb0c-489699c5b784" providerId="ADAL" clId="{955CBDAC-7F7E-42A5-B2A1-D806DB2DB19E}" dt="2025-10-12T20:41:02.599" v="6472" actId="47"/>
        <pc:sldMkLst>
          <pc:docMk/>
          <pc:sldMk cId="3193094305" sldId="266"/>
        </pc:sldMkLst>
      </pc:sldChg>
      <pc:sldChg chg="del">
        <pc:chgData name="Nikola Baci" userId="473fddf6-354f-4a55-bb0c-489699c5b784" providerId="ADAL" clId="{955CBDAC-7F7E-42A5-B2A1-D806DB2DB19E}" dt="2025-10-12T20:41:02.599" v="6472" actId="47"/>
        <pc:sldMkLst>
          <pc:docMk/>
          <pc:sldMk cId="859628157" sldId="267"/>
        </pc:sldMkLst>
      </pc:sldChg>
      <pc:sldChg chg="del">
        <pc:chgData name="Nikola Baci" userId="473fddf6-354f-4a55-bb0c-489699c5b784" providerId="ADAL" clId="{955CBDAC-7F7E-42A5-B2A1-D806DB2DB19E}" dt="2025-10-12T20:41:02.599" v="6472" actId="47"/>
        <pc:sldMkLst>
          <pc:docMk/>
          <pc:sldMk cId="2831264850" sldId="268"/>
        </pc:sldMkLst>
      </pc:sldChg>
      <pc:sldChg chg="del">
        <pc:chgData name="Nikola Baci" userId="473fddf6-354f-4a55-bb0c-489699c5b784" providerId="ADAL" clId="{955CBDAC-7F7E-42A5-B2A1-D806DB2DB19E}" dt="2025-10-12T20:41:02.599" v="6472" actId="47"/>
        <pc:sldMkLst>
          <pc:docMk/>
          <pc:sldMk cId="2754336975" sldId="269"/>
        </pc:sldMkLst>
      </pc:sldChg>
      <pc:sldChg chg="del">
        <pc:chgData name="Nikola Baci" userId="473fddf6-354f-4a55-bb0c-489699c5b784" providerId="ADAL" clId="{955CBDAC-7F7E-42A5-B2A1-D806DB2DB19E}" dt="2025-10-12T20:41:02.599" v="6472" actId="47"/>
        <pc:sldMkLst>
          <pc:docMk/>
          <pc:sldMk cId="490105442" sldId="270"/>
        </pc:sldMkLst>
      </pc:sldChg>
      <pc:sldChg chg="del">
        <pc:chgData name="Nikola Baci" userId="473fddf6-354f-4a55-bb0c-489699c5b784" providerId="ADAL" clId="{955CBDAC-7F7E-42A5-B2A1-D806DB2DB19E}" dt="2025-10-12T20:41:02.599" v="6472" actId="47"/>
        <pc:sldMkLst>
          <pc:docMk/>
          <pc:sldMk cId="1159894621" sldId="271"/>
        </pc:sldMkLst>
      </pc:sldChg>
      <pc:sldChg chg="del">
        <pc:chgData name="Nikola Baci" userId="473fddf6-354f-4a55-bb0c-489699c5b784" providerId="ADAL" clId="{955CBDAC-7F7E-42A5-B2A1-D806DB2DB19E}" dt="2025-10-12T20:41:02.599" v="6472" actId="47"/>
        <pc:sldMkLst>
          <pc:docMk/>
          <pc:sldMk cId="2919419386" sldId="272"/>
        </pc:sldMkLst>
      </pc:sldChg>
      <pc:sldChg chg="del">
        <pc:chgData name="Nikola Baci" userId="473fddf6-354f-4a55-bb0c-489699c5b784" providerId="ADAL" clId="{955CBDAC-7F7E-42A5-B2A1-D806DB2DB19E}" dt="2025-10-12T20:41:02.599" v="6472" actId="47"/>
        <pc:sldMkLst>
          <pc:docMk/>
          <pc:sldMk cId="613663814" sldId="273"/>
        </pc:sldMkLst>
      </pc:sldChg>
      <pc:sldChg chg="modSp new mod">
        <pc:chgData name="Nikola Baci" userId="473fddf6-354f-4a55-bb0c-489699c5b784" providerId="ADAL" clId="{955CBDAC-7F7E-42A5-B2A1-D806DB2DB19E}" dt="2025-10-12T15:06:58.401" v="846" actId="5793"/>
        <pc:sldMkLst>
          <pc:docMk/>
          <pc:sldMk cId="3966060332" sldId="274"/>
        </pc:sldMkLst>
        <pc:spChg chg="mod">
          <ac:chgData name="Nikola Baci" userId="473fddf6-354f-4a55-bb0c-489699c5b784" providerId="ADAL" clId="{955CBDAC-7F7E-42A5-B2A1-D806DB2DB19E}" dt="2025-10-12T14:57:29.695" v="192" actId="20577"/>
          <ac:spMkLst>
            <pc:docMk/>
            <pc:sldMk cId="3966060332" sldId="274"/>
            <ac:spMk id="2" creationId="{1E21CFBB-5241-D498-3BC6-051223233A34}"/>
          </ac:spMkLst>
        </pc:spChg>
        <pc:spChg chg="mod">
          <ac:chgData name="Nikola Baci" userId="473fddf6-354f-4a55-bb0c-489699c5b784" providerId="ADAL" clId="{955CBDAC-7F7E-42A5-B2A1-D806DB2DB19E}" dt="2025-10-12T15:06:58.401" v="846" actId="5793"/>
          <ac:spMkLst>
            <pc:docMk/>
            <pc:sldMk cId="3966060332" sldId="274"/>
            <ac:spMk id="3" creationId="{67583790-F38F-4512-7F81-AB2D7D8131DE}"/>
          </ac:spMkLst>
        </pc:spChg>
      </pc:sldChg>
      <pc:sldChg chg="addSp delSp modSp new mod modClrScheme chgLayout">
        <pc:chgData name="Nikola Baci" userId="473fddf6-354f-4a55-bb0c-489699c5b784" providerId="ADAL" clId="{955CBDAC-7F7E-42A5-B2A1-D806DB2DB19E}" dt="2025-10-12T15:04:05.059" v="638" actId="404"/>
        <pc:sldMkLst>
          <pc:docMk/>
          <pc:sldMk cId="3687507523" sldId="275"/>
        </pc:sldMkLst>
        <pc:spChg chg="mod ord">
          <ac:chgData name="Nikola Baci" userId="473fddf6-354f-4a55-bb0c-489699c5b784" providerId="ADAL" clId="{955CBDAC-7F7E-42A5-B2A1-D806DB2DB19E}" dt="2025-10-12T15:00:27.493" v="585" actId="700"/>
          <ac:spMkLst>
            <pc:docMk/>
            <pc:sldMk cId="3687507523" sldId="275"/>
            <ac:spMk id="2" creationId="{2BF28BB5-7C42-BF6E-C495-4FAB80F49DC8}"/>
          </ac:spMkLst>
        </pc:spChg>
        <pc:spChg chg="del mod ord">
          <ac:chgData name="Nikola Baci" userId="473fddf6-354f-4a55-bb0c-489699c5b784" providerId="ADAL" clId="{955CBDAC-7F7E-42A5-B2A1-D806DB2DB19E}" dt="2025-10-12T15:00:27.493" v="585" actId="700"/>
          <ac:spMkLst>
            <pc:docMk/>
            <pc:sldMk cId="3687507523" sldId="275"/>
            <ac:spMk id="3" creationId="{4D5DF202-329F-E15A-A813-5D6372E0EDBD}"/>
          </ac:spMkLst>
        </pc:spChg>
        <pc:spChg chg="add mod ord">
          <ac:chgData name="Nikola Baci" userId="473fddf6-354f-4a55-bb0c-489699c5b784" providerId="ADAL" clId="{955CBDAC-7F7E-42A5-B2A1-D806DB2DB19E}" dt="2025-10-12T15:00:30.995" v="589" actId="20577"/>
          <ac:spMkLst>
            <pc:docMk/>
            <pc:sldMk cId="3687507523" sldId="275"/>
            <ac:spMk id="4" creationId="{A19D935A-6B44-A606-CFF4-421AD2AEE630}"/>
          </ac:spMkLst>
        </pc:spChg>
        <pc:spChg chg="add mod ord">
          <ac:chgData name="Nikola Baci" userId="473fddf6-354f-4a55-bb0c-489699c5b784" providerId="ADAL" clId="{955CBDAC-7F7E-42A5-B2A1-D806DB2DB19E}" dt="2025-10-12T15:04:05.059" v="638" actId="404"/>
          <ac:spMkLst>
            <pc:docMk/>
            <pc:sldMk cId="3687507523" sldId="275"/>
            <ac:spMk id="5" creationId="{B795E0B1-6D72-5498-654E-E520B5D646D0}"/>
          </ac:spMkLst>
        </pc:spChg>
        <pc:spChg chg="add mod ord">
          <ac:chgData name="Nikola Baci" userId="473fddf6-354f-4a55-bb0c-489699c5b784" providerId="ADAL" clId="{955CBDAC-7F7E-42A5-B2A1-D806DB2DB19E}" dt="2025-10-12T15:00:36.378" v="599" actId="20577"/>
          <ac:spMkLst>
            <pc:docMk/>
            <pc:sldMk cId="3687507523" sldId="275"/>
            <ac:spMk id="6" creationId="{A60F99B4-EA41-FD2D-66BC-384212230E9E}"/>
          </ac:spMkLst>
        </pc:spChg>
        <pc:spChg chg="add mod ord">
          <ac:chgData name="Nikola Baci" userId="473fddf6-354f-4a55-bb0c-489699c5b784" providerId="ADAL" clId="{955CBDAC-7F7E-42A5-B2A1-D806DB2DB19E}" dt="2025-10-12T15:03:24.468" v="615" actId="27636"/>
          <ac:spMkLst>
            <pc:docMk/>
            <pc:sldMk cId="3687507523" sldId="275"/>
            <ac:spMk id="7" creationId="{543765C0-89AA-72A0-B82A-3C999CA18465}"/>
          </ac:spMkLst>
        </pc:spChg>
      </pc:sldChg>
      <pc:sldChg chg="addSp delSp modSp new mod modClrScheme chgLayout">
        <pc:chgData name="Nikola Baci" userId="473fddf6-354f-4a55-bb0c-489699c5b784" providerId="ADAL" clId="{955CBDAC-7F7E-42A5-B2A1-D806DB2DB19E}" dt="2025-10-12T15:28:22.533" v="1858" actId="20577"/>
        <pc:sldMkLst>
          <pc:docMk/>
          <pc:sldMk cId="1742592413" sldId="276"/>
        </pc:sldMkLst>
        <pc:spChg chg="del mod ord">
          <ac:chgData name="Nikola Baci" userId="473fddf6-354f-4a55-bb0c-489699c5b784" providerId="ADAL" clId="{955CBDAC-7F7E-42A5-B2A1-D806DB2DB19E}" dt="2025-10-12T15:15:14.721" v="848" actId="700"/>
          <ac:spMkLst>
            <pc:docMk/>
            <pc:sldMk cId="1742592413" sldId="276"/>
            <ac:spMk id="2" creationId="{F5262FCA-8353-0D09-51A0-8D202A5C8C0F}"/>
          </ac:spMkLst>
        </pc:spChg>
        <pc:spChg chg="del">
          <ac:chgData name="Nikola Baci" userId="473fddf6-354f-4a55-bb0c-489699c5b784" providerId="ADAL" clId="{955CBDAC-7F7E-42A5-B2A1-D806DB2DB19E}" dt="2025-10-12T15:15:14.721" v="848" actId="700"/>
          <ac:spMkLst>
            <pc:docMk/>
            <pc:sldMk cId="1742592413" sldId="276"/>
            <ac:spMk id="3" creationId="{ED07BF7E-BEF1-3828-3F2B-E7BE0D863BFC}"/>
          </ac:spMkLst>
        </pc:spChg>
        <pc:spChg chg="del mod ord">
          <ac:chgData name="Nikola Baci" userId="473fddf6-354f-4a55-bb0c-489699c5b784" providerId="ADAL" clId="{955CBDAC-7F7E-42A5-B2A1-D806DB2DB19E}" dt="2025-10-12T15:15:14.721" v="848" actId="700"/>
          <ac:spMkLst>
            <pc:docMk/>
            <pc:sldMk cId="1742592413" sldId="276"/>
            <ac:spMk id="4" creationId="{B2A0A866-BD5F-7AAA-F573-E412A8FD00C5}"/>
          </ac:spMkLst>
        </pc:spChg>
        <pc:spChg chg="del">
          <ac:chgData name="Nikola Baci" userId="473fddf6-354f-4a55-bb0c-489699c5b784" providerId="ADAL" clId="{955CBDAC-7F7E-42A5-B2A1-D806DB2DB19E}" dt="2025-10-12T15:15:14.721" v="848" actId="700"/>
          <ac:spMkLst>
            <pc:docMk/>
            <pc:sldMk cId="1742592413" sldId="276"/>
            <ac:spMk id="5" creationId="{AD6B214D-336F-944D-7500-8F7FDE8CD0C5}"/>
          </ac:spMkLst>
        </pc:spChg>
        <pc:spChg chg="del">
          <ac:chgData name="Nikola Baci" userId="473fddf6-354f-4a55-bb0c-489699c5b784" providerId="ADAL" clId="{955CBDAC-7F7E-42A5-B2A1-D806DB2DB19E}" dt="2025-10-12T15:15:14.721" v="848" actId="700"/>
          <ac:spMkLst>
            <pc:docMk/>
            <pc:sldMk cId="1742592413" sldId="276"/>
            <ac:spMk id="6" creationId="{CD165B48-B6B8-7BA2-9581-93E877635333}"/>
          </ac:spMkLst>
        </pc:spChg>
        <pc:spChg chg="add mod ord">
          <ac:chgData name="Nikola Baci" userId="473fddf6-354f-4a55-bb0c-489699c5b784" providerId="ADAL" clId="{955CBDAC-7F7E-42A5-B2A1-D806DB2DB19E}" dt="2025-10-12T15:15:40.453" v="881" actId="20577"/>
          <ac:spMkLst>
            <pc:docMk/>
            <pc:sldMk cId="1742592413" sldId="276"/>
            <ac:spMk id="7" creationId="{2AE83529-EEB1-11FD-DC9E-88D7B0EC3682}"/>
          </ac:spMkLst>
        </pc:spChg>
        <pc:spChg chg="add mod ord">
          <ac:chgData name="Nikola Baci" userId="473fddf6-354f-4a55-bb0c-489699c5b784" providerId="ADAL" clId="{955CBDAC-7F7E-42A5-B2A1-D806DB2DB19E}" dt="2025-10-12T15:28:22.533" v="1858" actId="20577"/>
          <ac:spMkLst>
            <pc:docMk/>
            <pc:sldMk cId="1742592413" sldId="276"/>
            <ac:spMk id="8" creationId="{7C1409B7-C22B-6978-7B31-C2E66EBB5541}"/>
          </ac:spMkLst>
        </pc:spChg>
      </pc:sldChg>
      <pc:sldChg chg="modSp new mod">
        <pc:chgData name="Nikola Baci" userId="473fddf6-354f-4a55-bb0c-489699c5b784" providerId="ADAL" clId="{955CBDAC-7F7E-42A5-B2A1-D806DB2DB19E}" dt="2025-10-12T15:30:58.898" v="1972" actId="20577"/>
        <pc:sldMkLst>
          <pc:docMk/>
          <pc:sldMk cId="430982551" sldId="277"/>
        </pc:sldMkLst>
        <pc:spChg chg="mod">
          <ac:chgData name="Nikola Baci" userId="473fddf6-354f-4a55-bb0c-489699c5b784" providerId="ADAL" clId="{955CBDAC-7F7E-42A5-B2A1-D806DB2DB19E}" dt="2025-10-12T15:29:25.037" v="1877" actId="20577"/>
          <ac:spMkLst>
            <pc:docMk/>
            <pc:sldMk cId="430982551" sldId="277"/>
            <ac:spMk id="2" creationId="{9CF20834-2295-3DBB-20D7-6613FAC351A8}"/>
          </ac:spMkLst>
        </pc:spChg>
        <pc:spChg chg="mod">
          <ac:chgData name="Nikola Baci" userId="473fddf6-354f-4a55-bb0c-489699c5b784" providerId="ADAL" clId="{955CBDAC-7F7E-42A5-B2A1-D806DB2DB19E}" dt="2025-10-12T15:30:58.898" v="1972" actId="20577"/>
          <ac:spMkLst>
            <pc:docMk/>
            <pc:sldMk cId="430982551" sldId="277"/>
            <ac:spMk id="3" creationId="{545FE573-3953-2483-A535-C31B19B57D6C}"/>
          </ac:spMkLst>
        </pc:spChg>
      </pc:sldChg>
      <pc:sldChg chg="modSp new mod">
        <pc:chgData name="Nikola Baci" userId="473fddf6-354f-4a55-bb0c-489699c5b784" providerId="ADAL" clId="{955CBDAC-7F7E-42A5-B2A1-D806DB2DB19E}" dt="2025-10-12T19:15:42.309" v="3054" actId="20577"/>
        <pc:sldMkLst>
          <pc:docMk/>
          <pc:sldMk cId="3075887943" sldId="278"/>
        </pc:sldMkLst>
        <pc:spChg chg="mod">
          <ac:chgData name="Nikola Baci" userId="473fddf6-354f-4a55-bb0c-489699c5b784" providerId="ADAL" clId="{955CBDAC-7F7E-42A5-B2A1-D806DB2DB19E}" dt="2025-10-12T15:37:10.012" v="1992" actId="20577"/>
          <ac:spMkLst>
            <pc:docMk/>
            <pc:sldMk cId="3075887943" sldId="278"/>
            <ac:spMk id="2" creationId="{382EBB52-E4F8-3F56-34FE-767DF51D97FB}"/>
          </ac:spMkLst>
        </pc:spChg>
        <pc:spChg chg="mod">
          <ac:chgData name="Nikola Baci" userId="473fddf6-354f-4a55-bb0c-489699c5b784" providerId="ADAL" clId="{955CBDAC-7F7E-42A5-B2A1-D806DB2DB19E}" dt="2025-10-12T19:15:42.309" v="3054" actId="20577"/>
          <ac:spMkLst>
            <pc:docMk/>
            <pc:sldMk cId="3075887943" sldId="278"/>
            <ac:spMk id="3" creationId="{03CF8B94-0DCA-4C65-935E-2C156C8341CE}"/>
          </ac:spMkLst>
        </pc:spChg>
      </pc:sldChg>
      <pc:sldChg chg="addSp delSp modSp new mod modClrScheme chgLayout">
        <pc:chgData name="Nikola Baci" userId="473fddf6-354f-4a55-bb0c-489699c5b784" providerId="ADAL" clId="{955CBDAC-7F7E-42A5-B2A1-D806DB2DB19E}" dt="2025-10-12T15:43:45.512" v="2547" actId="20577"/>
        <pc:sldMkLst>
          <pc:docMk/>
          <pc:sldMk cId="1181627567" sldId="279"/>
        </pc:sldMkLst>
        <pc:spChg chg="mod ord">
          <ac:chgData name="Nikola Baci" userId="473fddf6-354f-4a55-bb0c-489699c5b784" providerId="ADAL" clId="{955CBDAC-7F7E-42A5-B2A1-D806DB2DB19E}" dt="2025-10-12T15:42:37.266" v="2483" actId="20577"/>
          <ac:spMkLst>
            <pc:docMk/>
            <pc:sldMk cId="1181627567" sldId="279"/>
            <ac:spMk id="2" creationId="{49CFD4B9-9598-A87D-4D76-3874D1EA7BC8}"/>
          </ac:spMkLst>
        </pc:spChg>
        <pc:spChg chg="del mod ord">
          <ac:chgData name="Nikola Baci" userId="473fddf6-354f-4a55-bb0c-489699c5b784" providerId="ADAL" clId="{955CBDAC-7F7E-42A5-B2A1-D806DB2DB19E}" dt="2025-10-12T15:40:14.445" v="2365" actId="700"/>
          <ac:spMkLst>
            <pc:docMk/>
            <pc:sldMk cId="1181627567" sldId="279"/>
            <ac:spMk id="3" creationId="{C41C8F49-DF29-0501-AA5B-0F26F83B1E00}"/>
          </ac:spMkLst>
        </pc:spChg>
        <pc:spChg chg="add del mod ord">
          <ac:chgData name="Nikola Baci" userId="473fddf6-354f-4a55-bb0c-489699c5b784" providerId="ADAL" clId="{955CBDAC-7F7E-42A5-B2A1-D806DB2DB19E}" dt="2025-10-12T15:40:25.005" v="2366" actId="700"/>
          <ac:spMkLst>
            <pc:docMk/>
            <pc:sldMk cId="1181627567" sldId="279"/>
            <ac:spMk id="4" creationId="{B1C651E6-22C2-2018-90B7-1944A07ECB07}"/>
          </ac:spMkLst>
        </pc:spChg>
        <pc:spChg chg="add del mod ord">
          <ac:chgData name="Nikola Baci" userId="473fddf6-354f-4a55-bb0c-489699c5b784" providerId="ADAL" clId="{955CBDAC-7F7E-42A5-B2A1-D806DB2DB19E}" dt="2025-10-12T15:40:25.005" v="2366" actId="700"/>
          <ac:spMkLst>
            <pc:docMk/>
            <pc:sldMk cId="1181627567" sldId="279"/>
            <ac:spMk id="5" creationId="{942752B1-C6FC-314D-AA8D-E8B8ED01DE78}"/>
          </ac:spMkLst>
        </pc:spChg>
        <pc:spChg chg="add mod ord">
          <ac:chgData name="Nikola Baci" userId="473fddf6-354f-4a55-bb0c-489699c5b784" providerId="ADAL" clId="{955CBDAC-7F7E-42A5-B2A1-D806DB2DB19E}" dt="2025-10-12T15:43:45.512" v="2547" actId="20577"/>
          <ac:spMkLst>
            <pc:docMk/>
            <pc:sldMk cId="1181627567" sldId="279"/>
            <ac:spMk id="6" creationId="{8C290BB7-2304-46F3-BABF-71A607F39D9E}"/>
          </ac:spMkLst>
        </pc:spChg>
        <pc:spChg chg="add mod ord">
          <ac:chgData name="Nikola Baci" userId="473fddf6-354f-4a55-bb0c-489699c5b784" providerId="ADAL" clId="{955CBDAC-7F7E-42A5-B2A1-D806DB2DB19E}" dt="2025-10-12T15:41:56.600" v="2441" actId="27636"/>
          <ac:spMkLst>
            <pc:docMk/>
            <pc:sldMk cId="1181627567" sldId="279"/>
            <ac:spMk id="7" creationId="{4E6F199F-EA38-C00A-930B-F9625C536631}"/>
          </ac:spMkLst>
        </pc:spChg>
        <pc:spChg chg="add mod ord">
          <ac:chgData name="Nikola Baci" userId="473fddf6-354f-4a55-bb0c-489699c5b784" providerId="ADAL" clId="{955CBDAC-7F7E-42A5-B2A1-D806DB2DB19E}" dt="2025-10-12T15:43:37.362" v="2540" actId="27636"/>
          <ac:spMkLst>
            <pc:docMk/>
            <pc:sldMk cId="1181627567" sldId="279"/>
            <ac:spMk id="8" creationId="{A4D86726-2386-826F-8750-F84A22210AB0}"/>
          </ac:spMkLst>
        </pc:spChg>
        <pc:spChg chg="add mod ord">
          <ac:chgData name="Nikola Baci" userId="473fddf6-354f-4a55-bb0c-489699c5b784" providerId="ADAL" clId="{955CBDAC-7F7E-42A5-B2A1-D806DB2DB19E}" dt="2025-10-12T15:42:27.893" v="2479" actId="108"/>
          <ac:spMkLst>
            <pc:docMk/>
            <pc:sldMk cId="1181627567" sldId="279"/>
            <ac:spMk id="9" creationId="{36DFEE46-EC0A-32AA-FB60-332A03DD21B4}"/>
          </ac:spMkLst>
        </pc:spChg>
      </pc:sldChg>
      <pc:sldChg chg="modSp new mod">
        <pc:chgData name="Nikola Baci" userId="473fddf6-354f-4a55-bb0c-489699c5b784" providerId="ADAL" clId="{955CBDAC-7F7E-42A5-B2A1-D806DB2DB19E}" dt="2025-10-12T19:52:10.408" v="4319" actId="20577"/>
        <pc:sldMkLst>
          <pc:docMk/>
          <pc:sldMk cId="2461988641" sldId="280"/>
        </pc:sldMkLst>
        <pc:spChg chg="mod">
          <ac:chgData name="Nikola Baci" userId="473fddf6-354f-4a55-bb0c-489699c5b784" providerId="ADAL" clId="{955CBDAC-7F7E-42A5-B2A1-D806DB2DB19E}" dt="2025-10-12T19:49:55.564" v="4168" actId="20577"/>
          <ac:spMkLst>
            <pc:docMk/>
            <pc:sldMk cId="2461988641" sldId="280"/>
            <ac:spMk id="2" creationId="{CF495DDE-71C6-AF6B-9433-EF3589E5A6AE}"/>
          </ac:spMkLst>
        </pc:spChg>
        <pc:spChg chg="mod">
          <ac:chgData name="Nikola Baci" userId="473fddf6-354f-4a55-bb0c-489699c5b784" providerId="ADAL" clId="{955CBDAC-7F7E-42A5-B2A1-D806DB2DB19E}" dt="2025-10-12T19:52:10.408" v="4319" actId="20577"/>
          <ac:spMkLst>
            <pc:docMk/>
            <pc:sldMk cId="2461988641" sldId="280"/>
            <ac:spMk id="3" creationId="{3B4ACC7E-2B6F-5145-33CC-884640C9E9B4}"/>
          </ac:spMkLst>
        </pc:spChg>
      </pc:sldChg>
      <pc:sldChg chg="addSp delSp modSp add mod">
        <pc:chgData name="Nikola Baci" userId="473fddf6-354f-4a55-bb0c-489699c5b784" providerId="ADAL" clId="{955CBDAC-7F7E-42A5-B2A1-D806DB2DB19E}" dt="2025-10-12T19:16:40.922" v="3059" actId="242"/>
        <pc:sldMkLst>
          <pc:docMk/>
          <pc:sldMk cId="1025608839" sldId="281"/>
        </pc:sldMkLst>
        <pc:spChg chg="mod">
          <ac:chgData name="Nikola Baci" userId="473fddf6-354f-4a55-bb0c-489699c5b784" providerId="ADAL" clId="{955CBDAC-7F7E-42A5-B2A1-D806DB2DB19E}" dt="2025-10-12T15:44:44.406" v="2549" actId="20577"/>
          <ac:spMkLst>
            <pc:docMk/>
            <pc:sldMk cId="1025608839" sldId="281"/>
            <ac:spMk id="2" creationId="{496D9EAF-BEAD-AD79-9E28-46413CA338E4}"/>
          </ac:spMkLst>
        </pc:spChg>
        <pc:spChg chg="add del mod">
          <ac:chgData name="Nikola Baci" userId="473fddf6-354f-4a55-bb0c-489699c5b784" providerId="ADAL" clId="{955CBDAC-7F7E-42A5-B2A1-D806DB2DB19E}" dt="2025-10-12T15:47:29.685" v="2604" actId="478"/>
          <ac:spMkLst>
            <pc:docMk/>
            <pc:sldMk cId="1025608839" sldId="281"/>
            <ac:spMk id="4" creationId="{FE7E5F03-EDE8-185C-83BF-7D3D1917B5CD}"/>
          </ac:spMkLst>
        </pc:spChg>
        <pc:spChg chg="mod">
          <ac:chgData name="Nikola Baci" userId="473fddf6-354f-4a55-bb0c-489699c5b784" providerId="ADAL" clId="{955CBDAC-7F7E-42A5-B2A1-D806DB2DB19E}" dt="2025-10-12T19:16:40.922" v="3059" actId="242"/>
          <ac:spMkLst>
            <pc:docMk/>
            <pc:sldMk cId="1025608839" sldId="281"/>
            <ac:spMk id="6" creationId="{656E2834-A1BF-F2AB-06A9-012139E331D3}"/>
          </ac:spMkLst>
        </pc:spChg>
        <pc:spChg chg="mod">
          <ac:chgData name="Nikola Baci" userId="473fddf6-354f-4a55-bb0c-489699c5b784" providerId="ADAL" clId="{955CBDAC-7F7E-42A5-B2A1-D806DB2DB19E}" dt="2025-10-12T15:45:05.720" v="2567" actId="20577"/>
          <ac:spMkLst>
            <pc:docMk/>
            <pc:sldMk cId="1025608839" sldId="281"/>
            <ac:spMk id="7" creationId="{839935E2-32AA-360A-D164-746997C943E8}"/>
          </ac:spMkLst>
        </pc:spChg>
        <pc:spChg chg="del mod">
          <ac:chgData name="Nikola Baci" userId="473fddf6-354f-4a55-bb0c-489699c5b784" providerId="ADAL" clId="{955CBDAC-7F7E-42A5-B2A1-D806DB2DB19E}" dt="2025-10-12T15:47:26.793" v="2603" actId="478"/>
          <ac:spMkLst>
            <pc:docMk/>
            <pc:sldMk cId="1025608839" sldId="281"/>
            <ac:spMk id="8" creationId="{D3CB3960-3980-44DD-2C92-7A677E4C63FB}"/>
          </ac:spMkLst>
        </pc:spChg>
        <pc:spChg chg="mod">
          <ac:chgData name="Nikola Baci" userId="473fddf6-354f-4a55-bb0c-489699c5b784" providerId="ADAL" clId="{955CBDAC-7F7E-42A5-B2A1-D806DB2DB19E}" dt="2025-10-12T15:48:26.393" v="2721" actId="20577"/>
          <ac:spMkLst>
            <pc:docMk/>
            <pc:sldMk cId="1025608839" sldId="281"/>
            <ac:spMk id="9" creationId="{7D461A78-D3EE-D3C5-0459-5FF23742C380}"/>
          </ac:spMkLst>
        </pc:spChg>
      </pc:sldChg>
      <pc:sldChg chg="delSp modSp add mod modClrScheme chgLayout">
        <pc:chgData name="Nikola Baci" userId="473fddf6-354f-4a55-bb0c-489699c5b784" providerId="ADAL" clId="{955CBDAC-7F7E-42A5-B2A1-D806DB2DB19E}" dt="2025-10-12T19:16:04.788" v="3055" actId="700"/>
        <pc:sldMkLst>
          <pc:docMk/>
          <pc:sldMk cId="1975840805" sldId="282"/>
        </pc:sldMkLst>
        <pc:spChg chg="mod ord">
          <ac:chgData name="Nikola Baci" userId="473fddf6-354f-4a55-bb0c-489699c5b784" providerId="ADAL" clId="{955CBDAC-7F7E-42A5-B2A1-D806DB2DB19E}" dt="2025-10-12T19:16:04.788" v="3055" actId="700"/>
          <ac:spMkLst>
            <pc:docMk/>
            <pc:sldMk cId="1975840805" sldId="282"/>
            <ac:spMk id="2" creationId="{1BA864D8-C5E0-99E3-239B-24C4E07F8F67}"/>
          </ac:spMkLst>
        </pc:spChg>
        <pc:spChg chg="del mod">
          <ac:chgData name="Nikola Baci" userId="473fddf6-354f-4a55-bb0c-489699c5b784" providerId="ADAL" clId="{955CBDAC-7F7E-42A5-B2A1-D806DB2DB19E}" dt="2025-10-12T15:50:31.155" v="2744" actId="478"/>
          <ac:spMkLst>
            <pc:docMk/>
            <pc:sldMk cId="1975840805" sldId="282"/>
            <ac:spMk id="6" creationId="{C70DDC57-B13F-2C25-A969-FC3E0DEF32CE}"/>
          </ac:spMkLst>
        </pc:spChg>
        <pc:spChg chg="mod ord">
          <ac:chgData name="Nikola Baci" userId="473fddf6-354f-4a55-bb0c-489699c5b784" providerId="ADAL" clId="{955CBDAC-7F7E-42A5-B2A1-D806DB2DB19E}" dt="2025-10-12T19:16:04.788" v="3055" actId="700"/>
          <ac:spMkLst>
            <pc:docMk/>
            <pc:sldMk cId="1975840805" sldId="282"/>
            <ac:spMk id="7" creationId="{A605186C-CAA7-69B4-E9D2-C953178D150D}"/>
          </ac:spMkLst>
        </pc:spChg>
        <pc:spChg chg="mod ord">
          <ac:chgData name="Nikola Baci" userId="473fddf6-354f-4a55-bb0c-489699c5b784" providerId="ADAL" clId="{955CBDAC-7F7E-42A5-B2A1-D806DB2DB19E}" dt="2025-10-12T19:16:04.788" v="3055" actId="700"/>
          <ac:spMkLst>
            <pc:docMk/>
            <pc:sldMk cId="1975840805" sldId="282"/>
            <ac:spMk id="9" creationId="{0622C359-598D-7EAA-F823-56986558ED8E}"/>
          </ac:spMkLst>
        </pc:spChg>
      </pc:sldChg>
      <pc:sldChg chg="addSp delSp modSp add mod">
        <pc:chgData name="Nikola Baci" userId="473fddf6-354f-4a55-bb0c-489699c5b784" providerId="ADAL" clId="{955CBDAC-7F7E-42A5-B2A1-D806DB2DB19E}" dt="2025-10-12T19:34:00.527" v="3484" actId="478"/>
        <pc:sldMkLst>
          <pc:docMk/>
          <pc:sldMk cId="3321672842" sldId="283"/>
        </pc:sldMkLst>
        <pc:spChg chg="mod">
          <ac:chgData name="Nikola Baci" userId="473fddf6-354f-4a55-bb0c-489699c5b784" providerId="ADAL" clId="{955CBDAC-7F7E-42A5-B2A1-D806DB2DB19E}" dt="2025-10-12T19:20:18.430" v="3100" actId="20577"/>
          <ac:spMkLst>
            <pc:docMk/>
            <pc:sldMk cId="3321672842" sldId="283"/>
            <ac:spMk id="2" creationId="{6BCC6FE5-449E-0AD0-1197-8EAA276FCC81}"/>
          </ac:spMkLst>
        </pc:spChg>
        <pc:spChg chg="add mod">
          <ac:chgData name="Nikola Baci" userId="473fddf6-354f-4a55-bb0c-489699c5b784" providerId="ADAL" clId="{955CBDAC-7F7E-42A5-B2A1-D806DB2DB19E}" dt="2025-10-12T19:33:37.904" v="3483" actId="20577"/>
          <ac:spMkLst>
            <pc:docMk/>
            <pc:sldMk cId="3321672842" sldId="283"/>
            <ac:spMk id="4" creationId="{C31E2311-6FFA-11D0-A2F2-D4212C32C872}"/>
          </ac:spMkLst>
        </pc:spChg>
        <pc:spChg chg="add del mod">
          <ac:chgData name="Nikola Baci" userId="473fddf6-354f-4a55-bb0c-489699c5b784" providerId="ADAL" clId="{955CBDAC-7F7E-42A5-B2A1-D806DB2DB19E}" dt="2025-10-12T19:34:00.527" v="3484" actId="478"/>
          <ac:spMkLst>
            <pc:docMk/>
            <pc:sldMk cId="3321672842" sldId="283"/>
            <ac:spMk id="6" creationId="{31BCC2C9-9728-A9C3-EB8D-939AA1B35358}"/>
          </ac:spMkLst>
        </pc:spChg>
        <pc:spChg chg="del">
          <ac:chgData name="Nikola Baci" userId="473fddf6-354f-4a55-bb0c-489699c5b784" providerId="ADAL" clId="{955CBDAC-7F7E-42A5-B2A1-D806DB2DB19E}" dt="2025-10-12T19:19:57.610" v="3076" actId="478"/>
          <ac:spMkLst>
            <pc:docMk/>
            <pc:sldMk cId="3321672842" sldId="283"/>
            <ac:spMk id="7" creationId="{2CA45AC7-3453-F227-7A3A-A66E65E9F412}"/>
          </ac:spMkLst>
        </pc:spChg>
        <pc:spChg chg="del mod">
          <ac:chgData name="Nikola Baci" userId="473fddf6-354f-4a55-bb0c-489699c5b784" providerId="ADAL" clId="{955CBDAC-7F7E-42A5-B2A1-D806DB2DB19E}" dt="2025-10-12T19:19:59.958" v="3078" actId="478"/>
          <ac:spMkLst>
            <pc:docMk/>
            <pc:sldMk cId="3321672842" sldId="283"/>
            <ac:spMk id="9" creationId="{62EA75AF-178A-FB78-908E-6B93F779DACB}"/>
          </ac:spMkLst>
        </pc:spChg>
      </pc:sldChg>
      <pc:sldChg chg="addSp delSp modSp add mod ord">
        <pc:chgData name="Nikola Baci" userId="473fddf6-354f-4a55-bb0c-489699c5b784" providerId="ADAL" clId="{955CBDAC-7F7E-42A5-B2A1-D806DB2DB19E}" dt="2025-10-12T19:27:04.748" v="3420" actId="20577"/>
        <pc:sldMkLst>
          <pc:docMk/>
          <pc:sldMk cId="4116871375" sldId="284"/>
        </pc:sldMkLst>
        <pc:spChg chg="mod">
          <ac:chgData name="Nikola Baci" userId="473fddf6-354f-4a55-bb0c-489699c5b784" providerId="ADAL" clId="{955CBDAC-7F7E-42A5-B2A1-D806DB2DB19E}" dt="2025-10-12T19:21:21.286" v="3134" actId="20577"/>
          <ac:spMkLst>
            <pc:docMk/>
            <pc:sldMk cId="4116871375" sldId="284"/>
            <ac:spMk id="2" creationId="{2F87BE40-6C1C-1E04-C41F-AFDD647F88F0}"/>
          </ac:spMkLst>
        </pc:spChg>
        <pc:spChg chg="add mod">
          <ac:chgData name="Nikola Baci" userId="473fddf6-354f-4a55-bb0c-489699c5b784" providerId="ADAL" clId="{955CBDAC-7F7E-42A5-B2A1-D806DB2DB19E}" dt="2025-10-12T19:25:17.130" v="3154" actId="14100"/>
          <ac:spMkLst>
            <pc:docMk/>
            <pc:sldMk cId="4116871375" sldId="284"/>
            <ac:spMk id="4" creationId="{3533FFCD-B1D3-5C84-B464-EFEAB3931D1B}"/>
          </ac:spMkLst>
        </pc:spChg>
        <pc:spChg chg="add mod">
          <ac:chgData name="Nikola Baci" userId="473fddf6-354f-4a55-bb0c-489699c5b784" providerId="ADAL" clId="{955CBDAC-7F7E-42A5-B2A1-D806DB2DB19E}" dt="2025-10-12T19:27:04.748" v="3420" actId="20577"/>
          <ac:spMkLst>
            <pc:docMk/>
            <pc:sldMk cId="4116871375" sldId="284"/>
            <ac:spMk id="6" creationId="{CB12E95A-732B-5B55-B2BE-9FF11F895EDA}"/>
          </ac:spMkLst>
        </pc:spChg>
        <pc:spChg chg="del">
          <ac:chgData name="Nikola Baci" userId="473fddf6-354f-4a55-bb0c-489699c5b784" providerId="ADAL" clId="{955CBDAC-7F7E-42A5-B2A1-D806DB2DB19E}" dt="2025-10-12T19:21:01.336" v="3125" actId="478"/>
          <ac:spMkLst>
            <pc:docMk/>
            <pc:sldMk cId="4116871375" sldId="284"/>
            <ac:spMk id="7" creationId="{A85C47C0-4BDB-F3CC-722B-85AE43D4AFA7}"/>
          </ac:spMkLst>
        </pc:spChg>
        <pc:spChg chg="del">
          <ac:chgData name="Nikola Baci" userId="473fddf6-354f-4a55-bb0c-489699c5b784" providerId="ADAL" clId="{955CBDAC-7F7E-42A5-B2A1-D806DB2DB19E}" dt="2025-10-12T19:21:03.352" v="3126" actId="478"/>
          <ac:spMkLst>
            <pc:docMk/>
            <pc:sldMk cId="4116871375" sldId="284"/>
            <ac:spMk id="9" creationId="{F54F1C9D-3572-08BC-FF1F-1D647B51AB14}"/>
          </ac:spMkLst>
        </pc:spChg>
      </pc:sldChg>
      <pc:sldChg chg="addSp delSp modSp add mod">
        <pc:chgData name="Nikola Baci" userId="473fddf6-354f-4a55-bb0c-489699c5b784" providerId="ADAL" clId="{955CBDAC-7F7E-42A5-B2A1-D806DB2DB19E}" dt="2025-10-12T19:38:07.507" v="3713" actId="20577"/>
        <pc:sldMkLst>
          <pc:docMk/>
          <pc:sldMk cId="3367841571" sldId="285"/>
        </pc:sldMkLst>
        <pc:spChg chg="mod">
          <ac:chgData name="Nikola Baci" userId="473fddf6-354f-4a55-bb0c-489699c5b784" providerId="ADAL" clId="{955CBDAC-7F7E-42A5-B2A1-D806DB2DB19E}" dt="2025-10-12T19:20:31.136" v="3124" actId="20577"/>
          <ac:spMkLst>
            <pc:docMk/>
            <pc:sldMk cId="3367841571" sldId="285"/>
            <ac:spMk id="2" creationId="{F5A3AF8D-B569-AF87-B72F-61FA90F1EC64}"/>
          </ac:spMkLst>
        </pc:spChg>
        <pc:spChg chg="mod">
          <ac:chgData name="Nikola Baci" userId="473fddf6-354f-4a55-bb0c-489699c5b784" providerId="ADAL" clId="{955CBDAC-7F7E-42A5-B2A1-D806DB2DB19E}" dt="2025-10-12T19:29:46.274" v="3471" actId="14100"/>
          <ac:spMkLst>
            <pc:docMk/>
            <pc:sldMk cId="3367841571" sldId="285"/>
            <ac:spMk id="4" creationId="{FBE97508-F30A-F692-F9BD-27D5129C622D}"/>
          </ac:spMkLst>
        </pc:spChg>
        <pc:spChg chg="add del mod">
          <ac:chgData name="Nikola Baci" userId="473fddf6-354f-4a55-bb0c-489699c5b784" providerId="ADAL" clId="{955CBDAC-7F7E-42A5-B2A1-D806DB2DB19E}" dt="2025-10-12T19:38:07.507" v="3713" actId="20577"/>
          <ac:spMkLst>
            <pc:docMk/>
            <pc:sldMk cId="3367841571" sldId="285"/>
            <ac:spMk id="6" creationId="{74CA7BDB-2674-75C5-3526-CEB39400A2C9}"/>
          </ac:spMkLst>
        </pc:spChg>
      </pc:sldChg>
      <pc:sldChg chg="modSp add mod">
        <pc:chgData name="Nikola Baci" userId="473fddf6-354f-4a55-bb0c-489699c5b784" providerId="ADAL" clId="{955CBDAC-7F7E-42A5-B2A1-D806DB2DB19E}" dt="2025-10-12T19:47:58.963" v="4140" actId="20577"/>
        <pc:sldMkLst>
          <pc:docMk/>
          <pc:sldMk cId="3616731138" sldId="286"/>
        </pc:sldMkLst>
        <pc:spChg chg="mod">
          <ac:chgData name="Nikola Baci" userId="473fddf6-354f-4a55-bb0c-489699c5b784" providerId="ADAL" clId="{955CBDAC-7F7E-42A5-B2A1-D806DB2DB19E}" dt="2025-10-12T19:43:16.780" v="3726"/>
          <ac:spMkLst>
            <pc:docMk/>
            <pc:sldMk cId="3616731138" sldId="286"/>
            <ac:spMk id="2" creationId="{E92F4A93-67AD-E228-54D6-4B3C32910815}"/>
          </ac:spMkLst>
        </pc:spChg>
        <pc:spChg chg="mod">
          <ac:chgData name="Nikola Baci" userId="473fddf6-354f-4a55-bb0c-489699c5b784" providerId="ADAL" clId="{955CBDAC-7F7E-42A5-B2A1-D806DB2DB19E}" dt="2025-10-12T19:47:46.858" v="4117" actId="27636"/>
          <ac:spMkLst>
            <pc:docMk/>
            <pc:sldMk cId="3616731138" sldId="286"/>
            <ac:spMk id="4" creationId="{67A355F2-BE0C-0F88-9A0D-BF78E6D93A27}"/>
          </ac:spMkLst>
        </pc:spChg>
        <pc:spChg chg="mod">
          <ac:chgData name="Nikola Baci" userId="473fddf6-354f-4a55-bb0c-489699c5b784" providerId="ADAL" clId="{955CBDAC-7F7E-42A5-B2A1-D806DB2DB19E}" dt="2025-10-12T19:47:58.963" v="4140" actId="20577"/>
          <ac:spMkLst>
            <pc:docMk/>
            <pc:sldMk cId="3616731138" sldId="286"/>
            <ac:spMk id="6" creationId="{CC1B2D35-DE16-5A14-580B-F6EDD5F74570}"/>
          </ac:spMkLst>
        </pc:spChg>
      </pc:sldChg>
      <pc:sldChg chg="modSp add mod">
        <pc:chgData name="Nikola Baci" userId="473fddf6-354f-4a55-bb0c-489699c5b784" providerId="ADAL" clId="{955CBDAC-7F7E-42A5-B2A1-D806DB2DB19E}" dt="2025-10-12T19:55:27.257" v="4452"/>
        <pc:sldMkLst>
          <pc:docMk/>
          <pc:sldMk cId="376747317" sldId="287"/>
        </pc:sldMkLst>
        <pc:spChg chg="mod">
          <ac:chgData name="Nikola Baci" userId="473fddf6-354f-4a55-bb0c-489699c5b784" providerId="ADAL" clId="{955CBDAC-7F7E-42A5-B2A1-D806DB2DB19E}" dt="2025-10-12T19:55:27.257" v="4452"/>
          <ac:spMkLst>
            <pc:docMk/>
            <pc:sldMk cId="376747317" sldId="287"/>
            <ac:spMk id="3" creationId="{5C95B569-2E52-4C9A-8498-9C3980368899}"/>
          </ac:spMkLst>
        </pc:spChg>
      </pc:sldChg>
      <pc:sldChg chg="addSp modSp add mod ord modClrScheme chgLayout">
        <pc:chgData name="Nikola Baci" userId="473fddf6-354f-4a55-bb0c-489699c5b784" providerId="ADAL" clId="{955CBDAC-7F7E-42A5-B2A1-D806DB2DB19E}" dt="2025-10-12T20:06:04.961" v="5293" actId="20577"/>
        <pc:sldMkLst>
          <pc:docMk/>
          <pc:sldMk cId="2702259406" sldId="288"/>
        </pc:sldMkLst>
        <pc:spChg chg="mod ord">
          <ac:chgData name="Nikola Baci" userId="473fddf6-354f-4a55-bb0c-489699c5b784" providerId="ADAL" clId="{955CBDAC-7F7E-42A5-B2A1-D806DB2DB19E}" dt="2025-10-12T20:01:56.648" v="4929" actId="700"/>
          <ac:spMkLst>
            <pc:docMk/>
            <pc:sldMk cId="2702259406" sldId="288"/>
            <ac:spMk id="2" creationId="{D4286A2E-C883-E85D-12B0-80022179FA9E}"/>
          </ac:spMkLst>
        </pc:spChg>
        <pc:spChg chg="mod ord">
          <ac:chgData name="Nikola Baci" userId="473fddf6-354f-4a55-bb0c-489699c5b784" providerId="ADAL" clId="{955CBDAC-7F7E-42A5-B2A1-D806DB2DB19E}" dt="2025-10-12T20:06:04.961" v="5293" actId="20577"/>
          <ac:spMkLst>
            <pc:docMk/>
            <pc:sldMk cId="2702259406" sldId="288"/>
            <ac:spMk id="3" creationId="{35D0E338-26FE-953E-43C0-56B841A80900}"/>
          </ac:spMkLst>
        </pc:spChg>
        <pc:spChg chg="add mod ord">
          <ac:chgData name="Nikola Baci" userId="473fddf6-354f-4a55-bb0c-489699c5b784" providerId="ADAL" clId="{955CBDAC-7F7E-42A5-B2A1-D806DB2DB19E}" dt="2025-10-12T20:05:26.380" v="5206" actId="27636"/>
          <ac:spMkLst>
            <pc:docMk/>
            <pc:sldMk cId="2702259406" sldId="288"/>
            <ac:spMk id="4" creationId="{7346B2AE-262C-29C7-B712-ADA74DA2610C}"/>
          </ac:spMkLst>
        </pc:spChg>
      </pc:sldChg>
      <pc:sldChg chg="add">
        <pc:chgData name="Nikola Baci" userId="473fddf6-354f-4a55-bb0c-489699c5b784" providerId="ADAL" clId="{955CBDAC-7F7E-42A5-B2A1-D806DB2DB19E}" dt="2025-10-12T19:58:03.544" v="4639"/>
        <pc:sldMkLst>
          <pc:docMk/>
          <pc:sldMk cId="1347321041" sldId="289"/>
        </pc:sldMkLst>
      </pc:sldChg>
      <pc:sldChg chg="addSp delSp modSp new mod modClrScheme chgLayout">
        <pc:chgData name="Nikola Baci" userId="473fddf6-354f-4a55-bb0c-489699c5b784" providerId="ADAL" clId="{955CBDAC-7F7E-42A5-B2A1-D806DB2DB19E}" dt="2025-10-12T21:00:23.503" v="7133" actId="207"/>
        <pc:sldMkLst>
          <pc:docMk/>
          <pc:sldMk cId="4255446637" sldId="290"/>
        </pc:sldMkLst>
        <pc:spChg chg="del mod ord">
          <ac:chgData name="Nikola Baci" userId="473fddf6-354f-4a55-bb0c-489699c5b784" providerId="ADAL" clId="{955CBDAC-7F7E-42A5-B2A1-D806DB2DB19E}" dt="2025-10-12T20:46:14.993" v="6473" actId="700"/>
          <ac:spMkLst>
            <pc:docMk/>
            <pc:sldMk cId="4255446637" sldId="290"/>
            <ac:spMk id="2" creationId="{C463E511-A865-09FD-46AC-053A38B88C75}"/>
          </ac:spMkLst>
        </pc:spChg>
        <pc:spChg chg="del mod ord">
          <ac:chgData name="Nikola Baci" userId="473fddf6-354f-4a55-bb0c-489699c5b784" providerId="ADAL" clId="{955CBDAC-7F7E-42A5-B2A1-D806DB2DB19E}" dt="2025-10-12T20:46:14.993" v="6473" actId="700"/>
          <ac:spMkLst>
            <pc:docMk/>
            <pc:sldMk cId="4255446637" sldId="290"/>
            <ac:spMk id="3" creationId="{605BA967-FD5A-4F23-C2DE-96C8F73F378E}"/>
          </ac:spMkLst>
        </pc:spChg>
        <pc:spChg chg="del">
          <ac:chgData name="Nikola Baci" userId="473fddf6-354f-4a55-bb0c-489699c5b784" providerId="ADAL" clId="{955CBDAC-7F7E-42A5-B2A1-D806DB2DB19E}" dt="2025-10-12T20:46:14.993" v="6473" actId="700"/>
          <ac:spMkLst>
            <pc:docMk/>
            <pc:sldMk cId="4255446637" sldId="290"/>
            <ac:spMk id="4" creationId="{943F62C3-25AB-01BF-A417-BA9D4EDE3006}"/>
          </ac:spMkLst>
        </pc:spChg>
        <pc:spChg chg="add mod ord">
          <ac:chgData name="Nikola Baci" userId="473fddf6-354f-4a55-bb0c-489699c5b784" providerId="ADAL" clId="{955CBDAC-7F7E-42A5-B2A1-D806DB2DB19E}" dt="2025-10-12T20:46:18.672" v="6483" actId="20577"/>
          <ac:spMkLst>
            <pc:docMk/>
            <pc:sldMk cId="4255446637" sldId="290"/>
            <ac:spMk id="5" creationId="{01CC1717-5F4E-4EF2-8948-4AA463336876}"/>
          </ac:spMkLst>
        </pc:spChg>
        <pc:spChg chg="add mod ord">
          <ac:chgData name="Nikola Baci" userId="473fddf6-354f-4a55-bb0c-489699c5b784" providerId="ADAL" clId="{955CBDAC-7F7E-42A5-B2A1-D806DB2DB19E}" dt="2025-10-12T21:00:23.503" v="7133" actId="207"/>
          <ac:spMkLst>
            <pc:docMk/>
            <pc:sldMk cId="4255446637" sldId="290"/>
            <ac:spMk id="6" creationId="{F96147B6-8647-B7B1-10E1-8F21069FE83F}"/>
          </ac:spMkLst>
        </pc:spChg>
      </pc:sldChg>
      <pc:sldChg chg="addSp delSp modSp new mod chgLayout">
        <pc:chgData name="Nikola Baci" userId="473fddf6-354f-4a55-bb0c-489699c5b784" providerId="ADAL" clId="{955CBDAC-7F7E-42A5-B2A1-D806DB2DB19E}" dt="2025-10-12T20:40:39" v="6471" actId="20577"/>
        <pc:sldMkLst>
          <pc:docMk/>
          <pc:sldMk cId="492204771" sldId="291"/>
        </pc:sldMkLst>
        <pc:spChg chg="del">
          <ac:chgData name="Nikola Baci" userId="473fddf6-354f-4a55-bb0c-489699c5b784" providerId="ADAL" clId="{955CBDAC-7F7E-42A5-B2A1-D806DB2DB19E}" dt="2025-10-12T20:08:44.926" v="5295" actId="700"/>
          <ac:spMkLst>
            <pc:docMk/>
            <pc:sldMk cId="492204771" sldId="291"/>
            <ac:spMk id="2" creationId="{2653F4FD-7FB6-01A5-0C51-443FB43BD121}"/>
          </ac:spMkLst>
        </pc:spChg>
        <pc:spChg chg="del">
          <ac:chgData name="Nikola Baci" userId="473fddf6-354f-4a55-bb0c-489699c5b784" providerId="ADAL" clId="{955CBDAC-7F7E-42A5-B2A1-D806DB2DB19E}" dt="2025-10-12T20:08:44.926" v="5295" actId="700"/>
          <ac:spMkLst>
            <pc:docMk/>
            <pc:sldMk cId="492204771" sldId="291"/>
            <ac:spMk id="3" creationId="{21332E33-398E-FE94-5C92-B3888215EFF2}"/>
          </ac:spMkLst>
        </pc:spChg>
        <pc:spChg chg="del">
          <ac:chgData name="Nikola Baci" userId="473fddf6-354f-4a55-bb0c-489699c5b784" providerId="ADAL" clId="{955CBDAC-7F7E-42A5-B2A1-D806DB2DB19E}" dt="2025-10-12T20:08:44.926" v="5295" actId="700"/>
          <ac:spMkLst>
            <pc:docMk/>
            <pc:sldMk cId="492204771" sldId="291"/>
            <ac:spMk id="4" creationId="{F8351BE2-8126-5B6F-5A7F-F5BC2464D786}"/>
          </ac:spMkLst>
        </pc:spChg>
        <pc:spChg chg="add mod ord">
          <ac:chgData name="Nikola Baci" userId="473fddf6-354f-4a55-bb0c-489699c5b784" providerId="ADAL" clId="{955CBDAC-7F7E-42A5-B2A1-D806DB2DB19E}" dt="2025-10-12T20:08:50.996" v="5318" actId="20577"/>
          <ac:spMkLst>
            <pc:docMk/>
            <pc:sldMk cId="492204771" sldId="291"/>
            <ac:spMk id="5" creationId="{497666E2-F5C0-8652-26FA-6577879FBE8E}"/>
          </ac:spMkLst>
        </pc:spChg>
        <pc:spChg chg="add mod ord">
          <ac:chgData name="Nikola Baci" userId="473fddf6-354f-4a55-bb0c-489699c5b784" providerId="ADAL" clId="{955CBDAC-7F7E-42A5-B2A1-D806DB2DB19E}" dt="2025-10-12T20:40:39" v="6471" actId="20577"/>
          <ac:spMkLst>
            <pc:docMk/>
            <pc:sldMk cId="492204771" sldId="291"/>
            <ac:spMk id="6" creationId="{8B8BE583-E570-52E4-C27D-0E42086FA022}"/>
          </ac:spMkLst>
        </pc:spChg>
        <pc:spChg chg="add del mod ord">
          <ac:chgData name="Nikola Baci" userId="473fddf6-354f-4a55-bb0c-489699c5b784" providerId="ADAL" clId="{955CBDAC-7F7E-42A5-B2A1-D806DB2DB19E}" dt="2025-10-12T20:20:13.957" v="5809" actId="478"/>
          <ac:spMkLst>
            <pc:docMk/>
            <pc:sldMk cId="492204771" sldId="291"/>
            <ac:spMk id="7" creationId="{C9F769F0-75CD-6068-48A5-33D4D1124474}"/>
          </ac:spMkLst>
        </pc:spChg>
      </pc:sldChg>
      <pc:sldChg chg="addSp modSp add mod chgLayout">
        <pc:chgData name="Nikola Baci" userId="473fddf6-354f-4a55-bb0c-489699c5b784" providerId="ADAL" clId="{955CBDAC-7F7E-42A5-B2A1-D806DB2DB19E}" dt="2025-10-12T20:28:05.568" v="6131" actId="15"/>
        <pc:sldMkLst>
          <pc:docMk/>
          <pc:sldMk cId="3751925960" sldId="292"/>
        </pc:sldMkLst>
        <pc:spChg chg="add mod ord">
          <ac:chgData name="Nikola Baci" userId="473fddf6-354f-4a55-bb0c-489699c5b784" providerId="ADAL" clId="{955CBDAC-7F7E-42A5-B2A1-D806DB2DB19E}" dt="2025-10-12T20:28:05.568" v="6131" actId="15"/>
          <ac:spMkLst>
            <pc:docMk/>
            <pc:sldMk cId="3751925960" sldId="292"/>
            <ac:spMk id="2" creationId="{DE601C49-3146-7FE0-420C-FD53A01F72C5}"/>
          </ac:spMkLst>
        </pc:spChg>
        <pc:spChg chg="mod ord">
          <ac:chgData name="Nikola Baci" userId="473fddf6-354f-4a55-bb0c-489699c5b784" providerId="ADAL" clId="{955CBDAC-7F7E-42A5-B2A1-D806DB2DB19E}" dt="2025-10-12T20:23:19.194" v="5844" actId="700"/>
          <ac:spMkLst>
            <pc:docMk/>
            <pc:sldMk cId="3751925960" sldId="292"/>
            <ac:spMk id="5" creationId="{7AA6CD93-E364-B060-B1AF-750126A03146}"/>
          </ac:spMkLst>
        </pc:spChg>
        <pc:spChg chg="mod ord">
          <ac:chgData name="Nikola Baci" userId="473fddf6-354f-4a55-bb0c-489699c5b784" providerId="ADAL" clId="{955CBDAC-7F7E-42A5-B2A1-D806DB2DB19E}" dt="2025-10-12T20:23:19.194" v="5844" actId="700"/>
          <ac:spMkLst>
            <pc:docMk/>
            <pc:sldMk cId="3751925960" sldId="292"/>
            <ac:spMk id="6" creationId="{B1E6352D-0827-5B9E-7F50-C3ADA87F8CDE}"/>
          </ac:spMkLst>
        </pc:spChg>
      </pc:sldChg>
      <pc:sldChg chg="modSp add mod">
        <pc:chgData name="Nikola Baci" userId="473fddf6-354f-4a55-bb0c-489699c5b784" providerId="ADAL" clId="{955CBDAC-7F7E-42A5-B2A1-D806DB2DB19E}" dt="2025-10-12T20:34:47.693" v="6297" actId="27636"/>
        <pc:sldMkLst>
          <pc:docMk/>
          <pc:sldMk cId="1527771242" sldId="293"/>
        </pc:sldMkLst>
        <pc:spChg chg="mod">
          <ac:chgData name="Nikola Baci" userId="473fddf6-354f-4a55-bb0c-489699c5b784" providerId="ADAL" clId="{955CBDAC-7F7E-42A5-B2A1-D806DB2DB19E}" dt="2025-10-12T20:34:47.693" v="6297" actId="27636"/>
          <ac:spMkLst>
            <pc:docMk/>
            <pc:sldMk cId="1527771242" sldId="293"/>
            <ac:spMk id="2" creationId="{576D7CAD-E2DC-887A-A976-91066E604AFA}"/>
          </ac:spMkLst>
        </pc:spChg>
        <pc:spChg chg="mod">
          <ac:chgData name="Nikola Baci" userId="473fddf6-354f-4a55-bb0c-489699c5b784" providerId="ADAL" clId="{955CBDAC-7F7E-42A5-B2A1-D806DB2DB19E}" dt="2025-10-12T20:25:31.606" v="5964" actId="20577"/>
          <ac:spMkLst>
            <pc:docMk/>
            <pc:sldMk cId="1527771242" sldId="293"/>
            <ac:spMk id="5" creationId="{EA77F165-89FF-1511-FE84-20D242038267}"/>
          </ac:spMkLst>
        </pc:spChg>
        <pc:spChg chg="mod">
          <ac:chgData name="Nikola Baci" userId="473fddf6-354f-4a55-bb0c-489699c5b784" providerId="ADAL" clId="{955CBDAC-7F7E-42A5-B2A1-D806DB2DB19E}" dt="2025-10-12T20:34:47.689" v="6296" actId="27636"/>
          <ac:spMkLst>
            <pc:docMk/>
            <pc:sldMk cId="1527771242" sldId="293"/>
            <ac:spMk id="6" creationId="{6B96BD58-C2B4-4881-62E4-95C062ACCFA7}"/>
          </ac:spMkLst>
        </pc:spChg>
      </pc:sldChg>
      <pc:sldChg chg="modSp add mod">
        <pc:chgData name="Nikola Baci" userId="473fddf6-354f-4a55-bb0c-489699c5b784" providerId="ADAL" clId="{955CBDAC-7F7E-42A5-B2A1-D806DB2DB19E}" dt="2025-10-12T20:34:41.386" v="6294" actId="14100"/>
        <pc:sldMkLst>
          <pc:docMk/>
          <pc:sldMk cId="7206955" sldId="294"/>
        </pc:sldMkLst>
        <pc:spChg chg="mod">
          <ac:chgData name="Nikola Baci" userId="473fddf6-354f-4a55-bb0c-489699c5b784" providerId="ADAL" clId="{955CBDAC-7F7E-42A5-B2A1-D806DB2DB19E}" dt="2025-10-12T20:34:41.386" v="6294" actId="14100"/>
          <ac:spMkLst>
            <pc:docMk/>
            <pc:sldMk cId="7206955" sldId="294"/>
            <ac:spMk id="2" creationId="{8728D216-3866-65F0-0A27-C85C07B6AB32}"/>
          </ac:spMkLst>
        </pc:spChg>
        <pc:spChg chg="mod">
          <ac:chgData name="Nikola Baci" userId="473fddf6-354f-4a55-bb0c-489699c5b784" providerId="ADAL" clId="{955CBDAC-7F7E-42A5-B2A1-D806DB2DB19E}" dt="2025-10-12T20:29:26.441" v="6173" actId="20577"/>
          <ac:spMkLst>
            <pc:docMk/>
            <pc:sldMk cId="7206955" sldId="294"/>
            <ac:spMk id="5" creationId="{6D33ABBD-F060-1375-E293-4DCCCD898DDB}"/>
          </ac:spMkLst>
        </pc:spChg>
        <pc:spChg chg="mod">
          <ac:chgData name="Nikola Baci" userId="473fddf6-354f-4a55-bb0c-489699c5b784" providerId="ADAL" clId="{955CBDAC-7F7E-42A5-B2A1-D806DB2DB19E}" dt="2025-10-12T20:31:02.614" v="6214" actId="20577"/>
          <ac:spMkLst>
            <pc:docMk/>
            <pc:sldMk cId="7206955" sldId="294"/>
            <ac:spMk id="6" creationId="{0068EFB1-2B81-ED96-EFE1-0F962DA3738E}"/>
          </ac:spMkLst>
        </pc:spChg>
      </pc:sldChg>
      <pc:sldChg chg="modSp add mod">
        <pc:chgData name="Nikola Baci" userId="473fddf6-354f-4a55-bb0c-489699c5b784" providerId="ADAL" clId="{955CBDAC-7F7E-42A5-B2A1-D806DB2DB19E}" dt="2025-10-12T20:40:09.042" v="6435" actId="20577"/>
        <pc:sldMkLst>
          <pc:docMk/>
          <pc:sldMk cId="1587284325" sldId="295"/>
        </pc:sldMkLst>
        <pc:spChg chg="mod">
          <ac:chgData name="Nikola Baci" userId="473fddf6-354f-4a55-bb0c-489699c5b784" providerId="ADAL" clId="{955CBDAC-7F7E-42A5-B2A1-D806DB2DB19E}" dt="2025-10-12T20:40:09.042" v="6435" actId="20577"/>
          <ac:spMkLst>
            <pc:docMk/>
            <pc:sldMk cId="1587284325" sldId="295"/>
            <ac:spMk id="2" creationId="{D9DB3880-AD22-C175-F046-1C2C1C7E0FF7}"/>
          </ac:spMkLst>
        </pc:spChg>
        <pc:spChg chg="mod">
          <ac:chgData name="Nikola Baci" userId="473fddf6-354f-4a55-bb0c-489699c5b784" providerId="ADAL" clId="{955CBDAC-7F7E-42A5-B2A1-D806DB2DB19E}" dt="2025-10-12T20:34:54.116" v="6304" actId="20577"/>
          <ac:spMkLst>
            <pc:docMk/>
            <pc:sldMk cId="1587284325" sldId="295"/>
            <ac:spMk id="5" creationId="{4511C518-2DC3-134B-55A9-B9CCAB001865}"/>
          </ac:spMkLst>
        </pc:spChg>
        <pc:spChg chg="mod">
          <ac:chgData name="Nikola Baci" userId="473fddf6-354f-4a55-bb0c-489699c5b784" providerId="ADAL" clId="{955CBDAC-7F7E-42A5-B2A1-D806DB2DB19E}" dt="2025-10-12T20:38:06.566" v="6425" actId="404"/>
          <ac:spMkLst>
            <pc:docMk/>
            <pc:sldMk cId="1587284325" sldId="295"/>
            <ac:spMk id="6" creationId="{51F4E900-421E-96C6-0F43-A0A274909E62}"/>
          </ac:spMkLst>
        </pc:spChg>
      </pc:sldChg>
      <pc:sldChg chg="addSp delSp modSp new mod modClrScheme chgLayout">
        <pc:chgData name="Nikola Baci" userId="473fddf6-354f-4a55-bb0c-489699c5b784" providerId="ADAL" clId="{955CBDAC-7F7E-42A5-B2A1-D806DB2DB19E}" dt="2025-10-12T20:47:02.991" v="6529" actId="313"/>
        <pc:sldMkLst>
          <pc:docMk/>
          <pc:sldMk cId="2225574551" sldId="296"/>
        </pc:sldMkLst>
        <pc:spChg chg="del mod ord">
          <ac:chgData name="Nikola Baci" userId="473fddf6-354f-4a55-bb0c-489699c5b784" providerId="ADAL" clId="{955CBDAC-7F7E-42A5-B2A1-D806DB2DB19E}" dt="2025-10-12T20:46:30.089" v="6485" actId="700"/>
          <ac:spMkLst>
            <pc:docMk/>
            <pc:sldMk cId="2225574551" sldId="296"/>
            <ac:spMk id="2" creationId="{C437BF1D-F000-D322-5F80-B63DE9434691}"/>
          </ac:spMkLst>
        </pc:spChg>
        <pc:spChg chg="del">
          <ac:chgData name="Nikola Baci" userId="473fddf6-354f-4a55-bb0c-489699c5b784" providerId="ADAL" clId="{955CBDAC-7F7E-42A5-B2A1-D806DB2DB19E}" dt="2025-10-12T20:46:30.089" v="6485" actId="700"/>
          <ac:spMkLst>
            <pc:docMk/>
            <pc:sldMk cId="2225574551" sldId="296"/>
            <ac:spMk id="3" creationId="{F5E57851-BF13-F980-3071-F525C9E66D7F}"/>
          </ac:spMkLst>
        </pc:spChg>
        <pc:spChg chg="del">
          <ac:chgData name="Nikola Baci" userId="473fddf6-354f-4a55-bb0c-489699c5b784" providerId="ADAL" clId="{955CBDAC-7F7E-42A5-B2A1-D806DB2DB19E}" dt="2025-10-12T20:46:30.089" v="6485" actId="700"/>
          <ac:spMkLst>
            <pc:docMk/>
            <pc:sldMk cId="2225574551" sldId="296"/>
            <ac:spMk id="4" creationId="{46B9CAD5-9613-E1AD-F847-D4090B3D2AC3}"/>
          </ac:spMkLst>
        </pc:spChg>
        <pc:spChg chg="add del mod ord">
          <ac:chgData name="Nikola Baci" userId="473fddf6-354f-4a55-bb0c-489699c5b784" providerId="ADAL" clId="{955CBDAC-7F7E-42A5-B2A1-D806DB2DB19E}" dt="2025-10-12T20:46:40.768" v="6486" actId="700"/>
          <ac:spMkLst>
            <pc:docMk/>
            <pc:sldMk cId="2225574551" sldId="296"/>
            <ac:spMk id="5" creationId="{416C4C16-2DDD-9785-6A84-335276831C35}"/>
          </ac:spMkLst>
        </pc:spChg>
        <pc:spChg chg="add del mod ord">
          <ac:chgData name="Nikola Baci" userId="473fddf6-354f-4a55-bb0c-489699c5b784" providerId="ADAL" clId="{955CBDAC-7F7E-42A5-B2A1-D806DB2DB19E}" dt="2025-10-12T20:46:57.759" v="6527" actId="478"/>
          <ac:spMkLst>
            <pc:docMk/>
            <pc:sldMk cId="2225574551" sldId="296"/>
            <ac:spMk id="6" creationId="{53C59E85-C497-D10E-836D-80447A937222}"/>
          </ac:spMkLst>
        </pc:spChg>
        <pc:spChg chg="add mod ord">
          <ac:chgData name="Nikola Baci" userId="473fddf6-354f-4a55-bb0c-489699c5b784" providerId="ADAL" clId="{955CBDAC-7F7E-42A5-B2A1-D806DB2DB19E}" dt="2025-10-12T20:47:02.991" v="6529" actId="313"/>
          <ac:spMkLst>
            <pc:docMk/>
            <pc:sldMk cId="2225574551" sldId="296"/>
            <ac:spMk id="7" creationId="{E4CB02BE-D21B-ABAD-E5D3-410CA65E2E55}"/>
          </ac:spMkLst>
        </pc:spChg>
      </pc:sldChg>
      <pc:sldChg chg="modSp new mod">
        <pc:chgData name="Nikola Baci" userId="473fddf6-354f-4a55-bb0c-489699c5b784" providerId="ADAL" clId="{955CBDAC-7F7E-42A5-B2A1-D806DB2DB19E}" dt="2025-10-12T22:05:50.205" v="9065" actId="20577"/>
        <pc:sldMkLst>
          <pc:docMk/>
          <pc:sldMk cId="1839500595" sldId="297"/>
        </pc:sldMkLst>
        <pc:spChg chg="mod">
          <ac:chgData name="Nikola Baci" userId="473fddf6-354f-4a55-bb0c-489699c5b784" providerId="ADAL" clId="{955CBDAC-7F7E-42A5-B2A1-D806DB2DB19E}" dt="2025-10-12T20:59:18.238" v="7060" actId="20577"/>
          <ac:spMkLst>
            <pc:docMk/>
            <pc:sldMk cId="1839500595" sldId="297"/>
            <ac:spMk id="2" creationId="{739716FD-A9BE-AD79-8CF3-5CA2192F551C}"/>
          </ac:spMkLst>
        </pc:spChg>
        <pc:spChg chg="mod">
          <ac:chgData name="Nikola Baci" userId="473fddf6-354f-4a55-bb0c-489699c5b784" providerId="ADAL" clId="{955CBDAC-7F7E-42A5-B2A1-D806DB2DB19E}" dt="2025-10-12T22:05:50.205" v="9065" actId="20577"/>
          <ac:spMkLst>
            <pc:docMk/>
            <pc:sldMk cId="1839500595" sldId="297"/>
            <ac:spMk id="3" creationId="{C6B49961-A061-74F1-2D85-456784F47D37}"/>
          </ac:spMkLst>
        </pc:spChg>
      </pc:sldChg>
      <pc:sldChg chg="modSp new mod">
        <pc:chgData name="Nikola Baci" userId="473fddf6-354f-4a55-bb0c-489699c5b784" providerId="ADAL" clId="{955CBDAC-7F7E-42A5-B2A1-D806DB2DB19E}" dt="2025-10-12T21:42:32.317" v="8047" actId="20577"/>
        <pc:sldMkLst>
          <pc:docMk/>
          <pc:sldMk cId="4129506999" sldId="298"/>
        </pc:sldMkLst>
        <pc:spChg chg="mod">
          <ac:chgData name="Nikola Baci" userId="473fddf6-354f-4a55-bb0c-489699c5b784" providerId="ADAL" clId="{955CBDAC-7F7E-42A5-B2A1-D806DB2DB19E}" dt="2025-10-12T21:28:08.903" v="7548" actId="20577"/>
          <ac:spMkLst>
            <pc:docMk/>
            <pc:sldMk cId="4129506999" sldId="298"/>
            <ac:spMk id="2" creationId="{18D04A08-4F45-7E5A-6C31-7C846BC268C2}"/>
          </ac:spMkLst>
        </pc:spChg>
        <pc:spChg chg="mod">
          <ac:chgData name="Nikola Baci" userId="473fddf6-354f-4a55-bb0c-489699c5b784" providerId="ADAL" clId="{955CBDAC-7F7E-42A5-B2A1-D806DB2DB19E}" dt="2025-10-12T21:42:32.317" v="8047" actId="20577"/>
          <ac:spMkLst>
            <pc:docMk/>
            <pc:sldMk cId="4129506999" sldId="298"/>
            <ac:spMk id="3" creationId="{AC256392-3060-F219-86D1-B620EE96A3C5}"/>
          </ac:spMkLst>
        </pc:spChg>
      </pc:sldChg>
      <pc:sldChg chg="modSp new mod">
        <pc:chgData name="Nikola Baci" userId="473fddf6-354f-4a55-bb0c-489699c5b784" providerId="ADAL" clId="{955CBDAC-7F7E-42A5-B2A1-D806DB2DB19E}" dt="2025-10-12T22:04:56.137" v="8994" actId="20577"/>
        <pc:sldMkLst>
          <pc:docMk/>
          <pc:sldMk cId="714975267" sldId="299"/>
        </pc:sldMkLst>
        <pc:spChg chg="mod">
          <ac:chgData name="Nikola Baci" userId="473fddf6-354f-4a55-bb0c-489699c5b784" providerId="ADAL" clId="{955CBDAC-7F7E-42A5-B2A1-D806DB2DB19E}" dt="2025-10-12T21:57:46.208" v="8076" actId="20577"/>
          <ac:spMkLst>
            <pc:docMk/>
            <pc:sldMk cId="714975267" sldId="299"/>
            <ac:spMk id="2" creationId="{EFEDD177-FBB6-B5E5-431C-25BF500880F1}"/>
          </ac:spMkLst>
        </pc:spChg>
        <pc:spChg chg="mod">
          <ac:chgData name="Nikola Baci" userId="473fddf6-354f-4a55-bb0c-489699c5b784" providerId="ADAL" clId="{955CBDAC-7F7E-42A5-B2A1-D806DB2DB19E}" dt="2025-10-12T22:04:56.137" v="8994" actId="20577"/>
          <ac:spMkLst>
            <pc:docMk/>
            <pc:sldMk cId="714975267" sldId="299"/>
            <ac:spMk id="3" creationId="{4C7A87A4-0F90-EE6D-8B5E-8101C58E7697}"/>
          </ac:spMkLst>
        </pc:spChg>
      </pc:sldChg>
      <pc:sldChg chg="modSp new mod">
        <pc:chgData name="Nikola Baci" userId="473fddf6-354f-4a55-bb0c-489699c5b784" providerId="ADAL" clId="{955CBDAC-7F7E-42A5-B2A1-D806DB2DB19E}" dt="2025-10-12T22:03:54.246" v="8866" actId="33524"/>
        <pc:sldMkLst>
          <pc:docMk/>
          <pc:sldMk cId="3713700655" sldId="300"/>
        </pc:sldMkLst>
        <pc:spChg chg="mod">
          <ac:chgData name="Nikola Baci" userId="473fddf6-354f-4a55-bb0c-489699c5b784" providerId="ADAL" clId="{955CBDAC-7F7E-42A5-B2A1-D806DB2DB19E}" dt="2025-10-12T21:58:30.994" v="8177" actId="20577"/>
          <ac:spMkLst>
            <pc:docMk/>
            <pc:sldMk cId="3713700655" sldId="300"/>
            <ac:spMk id="2" creationId="{43F50669-55CB-E172-0809-F8A31F659068}"/>
          </ac:spMkLst>
        </pc:spChg>
        <pc:spChg chg="mod">
          <ac:chgData name="Nikola Baci" userId="473fddf6-354f-4a55-bb0c-489699c5b784" providerId="ADAL" clId="{955CBDAC-7F7E-42A5-B2A1-D806DB2DB19E}" dt="2025-10-12T22:03:54.246" v="8866" actId="33524"/>
          <ac:spMkLst>
            <pc:docMk/>
            <pc:sldMk cId="3713700655" sldId="300"/>
            <ac:spMk id="3" creationId="{971967DE-2473-7BAF-4315-0A021EDFC3ED}"/>
          </ac:spMkLst>
        </pc:spChg>
      </pc:sldChg>
      <pc:sldChg chg="modSp new mod">
        <pc:chgData name="Nikola Baci" userId="473fddf6-354f-4a55-bb0c-489699c5b784" providerId="ADAL" clId="{955CBDAC-7F7E-42A5-B2A1-D806DB2DB19E}" dt="2025-10-12T22:14:38.671" v="9578" actId="20577"/>
        <pc:sldMkLst>
          <pc:docMk/>
          <pc:sldMk cId="2430826947" sldId="301"/>
        </pc:sldMkLst>
        <pc:spChg chg="mod">
          <ac:chgData name="Nikola Baci" userId="473fddf6-354f-4a55-bb0c-489699c5b784" providerId="ADAL" clId="{955CBDAC-7F7E-42A5-B2A1-D806DB2DB19E}" dt="2025-10-12T22:11:15.216" v="9109" actId="20577"/>
          <ac:spMkLst>
            <pc:docMk/>
            <pc:sldMk cId="2430826947" sldId="301"/>
            <ac:spMk id="2" creationId="{A6D79484-F413-0128-D15A-410647FC32B4}"/>
          </ac:spMkLst>
        </pc:spChg>
        <pc:spChg chg="mod">
          <ac:chgData name="Nikola Baci" userId="473fddf6-354f-4a55-bb0c-489699c5b784" providerId="ADAL" clId="{955CBDAC-7F7E-42A5-B2A1-D806DB2DB19E}" dt="2025-10-12T22:14:38.671" v="9578" actId="20577"/>
          <ac:spMkLst>
            <pc:docMk/>
            <pc:sldMk cId="2430826947" sldId="301"/>
            <ac:spMk id="3" creationId="{53E0985A-FDDF-C688-9D7F-71B167CDAF97}"/>
          </ac:spMkLst>
        </pc:spChg>
      </pc:sldChg>
      <pc:sldChg chg="addSp delSp modSp add mod modClrScheme chgLayout">
        <pc:chgData name="Nikola Baci" userId="473fddf6-354f-4a55-bb0c-489699c5b784" providerId="ADAL" clId="{955CBDAC-7F7E-42A5-B2A1-D806DB2DB19E}" dt="2025-10-12T22:23:41.960" v="10204"/>
        <pc:sldMkLst>
          <pc:docMk/>
          <pc:sldMk cId="2878456468" sldId="302"/>
        </pc:sldMkLst>
        <pc:spChg chg="mod ord">
          <ac:chgData name="Nikola Baci" userId="473fddf6-354f-4a55-bb0c-489699c5b784" providerId="ADAL" clId="{955CBDAC-7F7E-42A5-B2A1-D806DB2DB19E}" dt="2025-10-12T22:18:05.176" v="9623" actId="700"/>
          <ac:spMkLst>
            <pc:docMk/>
            <pc:sldMk cId="2878456468" sldId="302"/>
            <ac:spMk id="2" creationId="{39205528-0929-9A4E-189E-3197FB2DF5F4}"/>
          </ac:spMkLst>
        </pc:spChg>
        <pc:spChg chg="mod ord">
          <ac:chgData name="Nikola Baci" userId="473fddf6-354f-4a55-bb0c-489699c5b784" providerId="ADAL" clId="{955CBDAC-7F7E-42A5-B2A1-D806DB2DB19E}" dt="2025-10-12T22:23:41.960" v="10204"/>
          <ac:spMkLst>
            <pc:docMk/>
            <pc:sldMk cId="2878456468" sldId="302"/>
            <ac:spMk id="3" creationId="{318D635B-A9D2-4B40-A3FB-64F1250B7150}"/>
          </ac:spMkLst>
        </pc:spChg>
        <pc:spChg chg="add del mod ord">
          <ac:chgData name="Nikola Baci" userId="473fddf6-354f-4a55-bb0c-489699c5b784" providerId="ADAL" clId="{955CBDAC-7F7E-42A5-B2A1-D806DB2DB19E}" dt="2025-10-12T22:18:05.176" v="9623" actId="700"/>
          <ac:spMkLst>
            <pc:docMk/>
            <pc:sldMk cId="2878456468" sldId="302"/>
            <ac:spMk id="4" creationId="{8D435744-CCF5-52F4-F17F-B3F8FFDAC7D2}"/>
          </ac:spMkLst>
        </pc:spChg>
      </pc:sldChg>
      <pc:sldChg chg="modSp add mod">
        <pc:chgData name="Nikola Baci" userId="473fddf6-354f-4a55-bb0c-489699c5b784" providerId="ADAL" clId="{955CBDAC-7F7E-42A5-B2A1-D806DB2DB19E}" dt="2025-10-12T22:27:23.135" v="10426" actId="20577"/>
        <pc:sldMkLst>
          <pc:docMk/>
          <pc:sldMk cId="1267708307" sldId="303"/>
        </pc:sldMkLst>
        <pc:spChg chg="mod">
          <ac:chgData name="Nikola Baci" userId="473fddf6-354f-4a55-bb0c-489699c5b784" providerId="ADAL" clId="{955CBDAC-7F7E-42A5-B2A1-D806DB2DB19E}" dt="2025-10-12T22:27:23.135" v="10426" actId="20577"/>
          <ac:spMkLst>
            <pc:docMk/>
            <pc:sldMk cId="1267708307" sldId="303"/>
            <ac:spMk id="2" creationId="{6557C488-C780-E320-D193-553A6DC14184}"/>
          </ac:spMkLst>
        </pc:spChg>
        <pc:spChg chg="mod">
          <ac:chgData name="Nikola Baci" userId="473fddf6-354f-4a55-bb0c-489699c5b784" providerId="ADAL" clId="{955CBDAC-7F7E-42A5-B2A1-D806DB2DB19E}" dt="2025-10-12T22:27:06.719" v="10421" actId="20577"/>
          <ac:spMkLst>
            <pc:docMk/>
            <pc:sldMk cId="1267708307" sldId="303"/>
            <ac:spMk id="3" creationId="{1CE1D3D4-BD4D-CFE9-AAC5-B2852B2BB256}"/>
          </ac:spMkLst>
        </pc:spChg>
      </pc:sldChg>
      <pc:sldChg chg="modSp add mod">
        <pc:chgData name="Nikola Baci" userId="473fddf6-354f-4a55-bb0c-489699c5b784" providerId="ADAL" clId="{955CBDAC-7F7E-42A5-B2A1-D806DB2DB19E}" dt="2025-10-12T22:29:30.511" v="10679" actId="27636"/>
        <pc:sldMkLst>
          <pc:docMk/>
          <pc:sldMk cId="697178721" sldId="304"/>
        </pc:sldMkLst>
        <pc:spChg chg="mod">
          <ac:chgData name="Nikola Baci" userId="473fddf6-354f-4a55-bb0c-489699c5b784" providerId="ADAL" clId="{955CBDAC-7F7E-42A5-B2A1-D806DB2DB19E}" dt="2025-10-12T22:27:38.805" v="10447" actId="20577"/>
          <ac:spMkLst>
            <pc:docMk/>
            <pc:sldMk cId="697178721" sldId="304"/>
            <ac:spMk id="2" creationId="{8FB9B706-64F9-DB91-6FDE-3CDB8B4C0A39}"/>
          </ac:spMkLst>
        </pc:spChg>
        <pc:spChg chg="mod">
          <ac:chgData name="Nikola Baci" userId="473fddf6-354f-4a55-bb0c-489699c5b784" providerId="ADAL" clId="{955CBDAC-7F7E-42A5-B2A1-D806DB2DB19E}" dt="2025-10-12T22:29:30.511" v="10679" actId="27636"/>
          <ac:spMkLst>
            <pc:docMk/>
            <pc:sldMk cId="697178721" sldId="304"/>
            <ac:spMk id="3" creationId="{C3BFD327-3281-ADD5-6349-15B2D604AFDB}"/>
          </ac:spMkLst>
        </pc:spChg>
      </pc:sldChg>
      <pc:sldMasterChg chg="del delSldLayout">
        <pc:chgData name="Nikola Baci" userId="473fddf6-354f-4a55-bb0c-489699c5b784" providerId="ADAL" clId="{955CBDAC-7F7E-42A5-B2A1-D806DB2DB19E}" dt="2025-10-12T15:00:27.493" v="585" actId="700"/>
        <pc:sldMasterMkLst>
          <pc:docMk/>
          <pc:sldMasterMk cId="3874243110" sldId="2147483648"/>
        </pc:sldMasterMkLst>
        <pc:sldLayoutChg chg="del">
          <pc:chgData name="Nikola Baci" userId="473fddf6-354f-4a55-bb0c-489699c5b784" providerId="ADAL" clId="{955CBDAC-7F7E-42A5-B2A1-D806DB2DB19E}" dt="2025-10-12T15:00:27.493" v="585" actId="700"/>
          <pc:sldLayoutMkLst>
            <pc:docMk/>
            <pc:sldMasterMk cId="3874243110" sldId="2147483648"/>
            <pc:sldLayoutMk cId="68416114" sldId="2147483649"/>
          </pc:sldLayoutMkLst>
        </pc:sldLayoutChg>
        <pc:sldLayoutChg chg="del">
          <pc:chgData name="Nikola Baci" userId="473fddf6-354f-4a55-bb0c-489699c5b784" providerId="ADAL" clId="{955CBDAC-7F7E-42A5-B2A1-D806DB2DB19E}" dt="2025-10-12T15:00:27.493" v="585" actId="700"/>
          <pc:sldLayoutMkLst>
            <pc:docMk/>
            <pc:sldMasterMk cId="3874243110" sldId="2147483648"/>
            <pc:sldLayoutMk cId="520692993" sldId="2147483650"/>
          </pc:sldLayoutMkLst>
        </pc:sldLayoutChg>
        <pc:sldLayoutChg chg="del">
          <pc:chgData name="Nikola Baci" userId="473fddf6-354f-4a55-bb0c-489699c5b784" providerId="ADAL" clId="{955CBDAC-7F7E-42A5-B2A1-D806DB2DB19E}" dt="2025-10-12T15:00:27.493" v="585" actId="700"/>
          <pc:sldLayoutMkLst>
            <pc:docMk/>
            <pc:sldMasterMk cId="3874243110" sldId="2147483648"/>
            <pc:sldLayoutMk cId="3861383630" sldId="2147483651"/>
          </pc:sldLayoutMkLst>
        </pc:sldLayoutChg>
        <pc:sldLayoutChg chg="del">
          <pc:chgData name="Nikola Baci" userId="473fddf6-354f-4a55-bb0c-489699c5b784" providerId="ADAL" clId="{955CBDAC-7F7E-42A5-B2A1-D806DB2DB19E}" dt="2025-10-12T15:00:27.493" v="585" actId="700"/>
          <pc:sldLayoutMkLst>
            <pc:docMk/>
            <pc:sldMasterMk cId="3874243110" sldId="2147483648"/>
            <pc:sldLayoutMk cId="608153556" sldId="2147483652"/>
          </pc:sldLayoutMkLst>
        </pc:sldLayoutChg>
        <pc:sldLayoutChg chg="del">
          <pc:chgData name="Nikola Baci" userId="473fddf6-354f-4a55-bb0c-489699c5b784" providerId="ADAL" clId="{955CBDAC-7F7E-42A5-B2A1-D806DB2DB19E}" dt="2025-10-12T15:00:27.493" v="585" actId="700"/>
          <pc:sldLayoutMkLst>
            <pc:docMk/>
            <pc:sldMasterMk cId="3874243110" sldId="2147483648"/>
            <pc:sldLayoutMk cId="3629992809" sldId="2147483653"/>
          </pc:sldLayoutMkLst>
        </pc:sldLayoutChg>
        <pc:sldLayoutChg chg="del">
          <pc:chgData name="Nikola Baci" userId="473fddf6-354f-4a55-bb0c-489699c5b784" providerId="ADAL" clId="{955CBDAC-7F7E-42A5-B2A1-D806DB2DB19E}" dt="2025-10-12T15:00:27.493" v="585" actId="700"/>
          <pc:sldLayoutMkLst>
            <pc:docMk/>
            <pc:sldMasterMk cId="3874243110" sldId="2147483648"/>
            <pc:sldLayoutMk cId="2970299497" sldId="2147483654"/>
          </pc:sldLayoutMkLst>
        </pc:sldLayoutChg>
        <pc:sldLayoutChg chg="del">
          <pc:chgData name="Nikola Baci" userId="473fddf6-354f-4a55-bb0c-489699c5b784" providerId="ADAL" clId="{955CBDAC-7F7E-42A5-B2A1-D806DB2DB19E}" dt="2025-10-12T15:00:27.493" v="585" actId="700"/>
          <pc:sldLayoutMkLst>
            <pc:docMk/>
            <pc:sldMasterMk cId="3874243110" sldId="2147483648"/>
            <pc:sldLayoutMk cId="3718352772" sldId="2147483655"/>
          </pc:sldLayoutMkLst>
        </pc:sldLayoutChg>
        <pc:sldLayoutChg chg="del">
          <pc:chgData name="Nikola Baci" userId="473fddf6-354f-4a55-bb0c-489699c5b784" providerId="ADAL" clId="{955CBDAC-7F7E-42A5-B2A1-D806DB2DB19E}" dt="2025-10-12T15:00:27.493" v="585" actId="700"/>
          <pc:sldLayoutMkLst>
            <pc:docMk/>
            <pc:sldMasterMk cId="3874243110" sldId="2147483648"/>
            <pc:sldLayoutMk cId="3096941959" sldId="2147483656"/>
          </pc:sldLayoutMkLst>
        </pc:sldLayoutChg>
        <pc:sldLayoutChg chg="del">
          <pc:chgData name="Nikola Baci" userId="473fddf6-354f-4a55-bb0c-489699c5b784" providerId="ADAL" clId="{955CBDAC-7F7E-42A5-B2A1-D806DB2DB19E}" dt="2025-10-12T15:00:27.493" v="585" actId="700"/>
          <pc:sldLayoutMkLst>
            <pc:docMk/>
            <pc:sldMasterMk cId="3874243110" sldId="2147483648"/>
            <pc:sldLayoutMk cId="2682462795" sldId="2147483657"/>
          </pc:sldLayoutMkLst>
        </pc:sldLayoutChg>
        <pc:sldLayoutChg chg="del">
          <pc:chgData name="Nikola Baci" userId="473fddf6-354f-4a55-bb0c-489699c5b784" providerId="ADAL" clId="{955CBDAC-7F7E-42A5-B2A1-D806DB2DB19E}" dt="2025-10-12T15:00:27.493" v="585" actId="700"/>
          <pc:sldLayoutMkLst>
            <pc:docMk/>
            <pc:sldMasterMk cId="3874243110" sldId="2147483648"/>
            <pc:sldLayoutMk cId="3786401078" sldId="2147483658"/>
          </pc:sldLayoutMkLst>
        </pc:sldLayoutChg>
        <pc:sldLayoutChg chg="del">
          <pc:chgData name="Nikola Baci" userId="473fddf6-354f-4a55-bb0c-489699c5b784" providerId="ADAL" clId="{955CBDAC-7F7E-42A5-B2A1-D806DB2DB19E}" dt="2025-10-12T15:00:27.493" v="585" actId="700"/>
          <pc:sldLayoutMkLst>
            <pc:docMk/>
            <pc:sldMasterMk cId="3874243110" sldId="2147483648"/>
            <pc:sldLayoutMk cId="364942055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97E8E-54D9-4838-99C2-CA3920E227A1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D5F54-43B9-4C9B-B7EC-0A0B581F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6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D5F54-43B9-4C9B-B7EC-0A0B581F619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58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6C7D-4652-A1BE-7753-67CC5BD29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B6E38-C721-B14C-19CD-39F40A393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55124-A8B2-D023-3243-78322774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394A7-CEA5-262E-16C9-4002E7AB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254E-EC4B-1A06-429A-998C8381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3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8B23-4C5A-E2CC-570C-DA846FF7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F2F0B-7057-4180-2CA2-6B8385BF5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925C6-D6E3-4A5E-7542-2E2DEFE8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7A094-BBF5-5D7F-8CBB-4A224319C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70E9B-9F46-55C6-386E-6F36B77E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42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D415-2E6A-BF91-784D-2932401E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52525-8574-DB76-9317-A5E70038B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406DF-ACD0-0FB8-DC1C-E73A237FD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D6A50-2402-FC01-2B3E-181494B6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DD2BE-655B-4925-2F8F-A217FDEA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46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DC157-7FE8-8758-6EE9-D969D2BC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89B06-5CE6-8D70-47D7-0BF69B332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FB4C7-E1B5-72AB-E51D-B48DC2C8C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CC130-059C-400A-4293-6BFCDD5C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023FC-D624-587D-5A29-3D1BA3327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36FE0-952A-8720-8F79-FE953128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6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234C-BE04-E0D5-4B9F-3CBDB658C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53566-BB1F-9774-73EB-F8BB0E0CF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81E10-C95E-9890-2625-5D273B439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E44C0-18DA-9471-FFE2-720B9E75F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1C173-A1EB-FEED-03FF-3A844C585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D4E637-1939-FEB5-3D9C-37743933D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7EF853-E189-128C-028B-905A52746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BEAD5-B7A9-2E36-A963-1775DC5D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26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E85B-F05E-660A-388F-50547036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42AAB-3544-A86E-357A-F2520583C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F2D336-4038-3A3A-12B9-42D591B9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0416A-336D-E1BE-A3A3-B1EE3848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1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13B87-54C7-D99E-81D7-132E5131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FD63D-6043-656B-657F-526F372AE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9AE4C-FF96-4B6C-8A43-C72CD00B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5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5FC6-C900-7C6D-2E57-65E5272F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838-3679-641B-42A9-D5D15820B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DBCF1-D868-2227-6042-583A21A2D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C4760-FEBC-A79B-0016-CD566704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36DC-BCD8-5C01-5F7A-9F5E7D70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4B0C5-04D4-0FA0-D9C2-781020EE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5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62E3-E446-6683-C852-C39EAC572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6E9E7D-2372-E259-DC6C-68A2C8515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88A18-8CC8-635C-277E-7F4043FB7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377E8-07FB-67DF-654F-71C10977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ADA53-1132-8FAF-3B87-0E6E8A213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20D54-27DF-328E-F669-DAC7FB35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76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34AC-0BBD-599C-A282-89347E6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E6DC0-6E71-EB90-6BAD-7C38AF8C1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DEC91-728A-0A9A-9FB1-7DA39D77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BDD4A-C0C5-1444-C9CB-BC66E9BE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4921-6539-195D-BB47-3824C23C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25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F9147-1DAD-616B-7E4E-2F514FA19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94AD4-4514-1002-1AB2-38AAC3F75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58C59-58F4-65E1-49B6-222A434B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766E4-4BFE-F3FA-FE3A-6A8C0796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72C5C-896B-3E18-BDEC-F645B229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9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7ED95C-4E7F-E2A8-AE96-445EB620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055E4-2524-BA9A-ED0B-9C3CB3AA8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5C39C-F36E-ACA9-434D-1CF43B7A9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A84B2-7580-4D8F-98DE-2B020D9878E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9B57B-53F4-EB03-D483-10390F90B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118D6-671C-DFD6-7B5E-47060CA6B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481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JavaScript/Reference/Statements/le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docs/latest/api/" TargetMode="External"/><Relationship Id="rId2" Type="http://schemas.openxmlformats.org/officeDocument/2006/relationships/hyperlink" Target="https://www.npmjs.com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reybutler/nvm-windows" TargetMode="External"/><Relationship Id="rId2" Type="http://schemas.openxmlformats.org/officeDocument/2006/relationships/hyperlink" Target="https://github.com/nvm-sh/nvm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A067-1E9A-4220-E61F-81C9356678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WebDev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1E830-8539-8A39-8901-7969E54AB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Nikola Baci</a:t>
            </a:r>
          </a:p>
        </p:txBody>
      </p:sp>
    </p:spTree>
    <p:extLst>
      <p:ext uri="{BB962C8B-B14F-4D97-AF65-F5344CB8AC3E}">
        <p14:creationId xmlns:p14="http://schemas.microsoft.com/office/powerpoint/2010/main" val="111845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0E09-76E8-D86D-9D4C-5B29FE81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CAAA-F080-BAF6-8FD0-378166EA4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  <a:p>
            <a:pPr lvl="1"/>
            <a:r>
              <a:rPr lang="en-US" dirty="0"/>
              <a:t>Deep dive into functions</a:t>
            </a:r>
          </a:p>
          <a:p>
            <a:pPr lvl="1"/>
            <a:r>
              <a:rPr lang="en-US" dirty="0"/>
              <a:t>Callbacks and Closures</a:t>
            </a:r>
          </a:p>
          <a:p>
            <a:pPr lvl="1"/>
            <a:r>
              <a:rPr lang="en-US" dirty="0"/>
              <a:t>Higher order functions</a:t>
            </a:r>
          </a:p>
          <a:p>
            <a:r>
              <a:rPr lang="en-US" dirty="0"/>
              <a:t>NodeJS</a:t>
            </a:r>
          </a:p>
          <a:p>
            <a:pPr lvl="1"/>
            <a:r>
              <a:rPr lang="en-US" dirty="0"/>
              <a:t>Download</a:t>
            </a:r>
          </a:p>
          <a:p>
            <a:pPr lvl="1"/>
            <a:r>
              <a:rPr lang="en-US" dirty="0"/>
              <a:t>ES Module</a:t>
            </a:r>
          </a:p>
          <a:p>
            <a:pPr lvl="1"/>
            <a:r>
              <a:rPr lang="en-US" dirty="0"/>
              <a:t>Asynchronous Programming</a:t>
            </a:r>
          </a:p>
          <a:p>
            <a:pPr lvl="1"/>
            <a:r>
              <a:rPr lang="en-US" dirty="0"/>
              <a:t>NodeJS Common APIs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2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CFBB-5241-D498-3BC6-05122323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83790-F38F-4512-7F81-AB2D7D813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in Java, functions in JavaScript have the following parts:</a:t>
            </a:r>
          </a:p>
          <a:p>
            <a:pPr lvl="1"/>
            <a:r>
              <a:rPr lang="en-US" dirty="0"/>
              <a:t>A name for the function</a:t>
            </a:r>
          </a:p>
          <a:p>
            <a:pPr lvl="1"/>
            <a:r>
              <a:rPr lang="en-US" dirty="0"/>
              <a:t>A list of zero or more parameters</a:t>
            </a:r>
          </a:p>
          <a:p>
            <a:pPr lvl="1"/>
            <a:r>
              <a:rPr lang="en-US" dirty="0"/>
              <a:t>A return statement</a:t>
            </a:r>
          </a:p>
          <a:p>
            <a:r>
              <a:rPr lang="en-US" dirty="0"/>
              <a:t>Unlike Java, functions in JavaScript:</a:t>
            </a:r>
          </a:p>
          <a:p>
            <a:pPr lvl="1"/>
            <a:r>
              <a:rPr lang="en-US" dirty="0"/>
              <a:t>Have the keyword function</a:t>
            </a:r>
          </a:p>
          <a:p>
            <a:pPr lvl="1"/>
            <a:r>
              <a:rPr lang="en-US" dirty="0"/>
              <a:t>Do not have a return type specified at the time of writing the function</a:t>
            </a:r>
          </a:p>
          <a:p>
            <a:pPr lvl="1"/>
            <a:r>
              <a:rPr lang="en-US" dirty="0"/>
              <a:t>Do not have a type for parameters provided</a:t>
            </a:r>
          </a:p>
          <a:p>
            <a:pPr lvl="1"/>
            <a:r>
              <a:rPr lang="en-US" dirty="0"/>
              <a:t>Return undefined if the return is not provided </a:t>
            </a:r>
          </a:p>
          <a:p>
            <a:pPr lvl="2"/>
            <a:r>
              <a:rPr lang="en-US" dirty="0"/>
              <a:t>In Java this is equivalent to void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060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8BB5-7C42-BF6E-C495-4FAB80F49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vs JavaScript Functions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D935A-6B44-A606-CFF4-421AD2AEE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95E0B1-6D72-5498-654E-E520B5D646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array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0F99B4-EA41-FD2D-66BC-384212230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JavaScript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3765C0-89AA-72A0-B82A-3C999CA1846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lnSpc>
                <a:spcPts val="2550"/>
              </a:lnSpc>
              <a:buNone/>
            </a:pP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array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550"/>
              </a:lnSpc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=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 array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2550"/>
              </a:lnSpc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of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array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 { </a:t>
            </a:r>
          </a:p>
          <a:p>
            <a:pPr>
              <a:lnSpc>
                <a:spcPts val="2550"/>
              </a:lnSpc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&gt;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2550"/>
              </a:lnSpc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07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AE83529-EEB1-11FD-DC9E-88D7B0EC3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 Functions Scopes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C1409B7-C22B-6978-7B31-C2E66EBB5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Scope in JS is complex, but simple:</a:t>
            </a:r>
          </a:p>
          <a:p>
            <a:pPr lvl="1"/>
            <a:r>
              <a:rPr lang="en-US" dirty="0"/>
              <a:t>In modern JS you only need to use let and const</a:t>
            </a:r>
          </a:p>
          <a:p>
            <a:pPr lvl="2"/>
            <a:r>
              <a:rPr lang="en-US" dirty="0"/>
              <a:t>Both limit the variables within the scopes they are declared in</a:t>
            </a:r>
          </a:p>
          <a:p>
            <a:pPr lvl="2"/>
            <a:r>
              <a:rPr lang="en-US" dirty="0"/>
              <a:t>Once outside of the scope, those variables are inaccessible</a:t>
            </a:r>
          </a:p>
          <a:p>
            <a:pPr lvl="1"/>
            <a:r>
              <a:rPr lang="en-US" dirty="0"/>
              <a:t>The var variables ignore scope boundaries</a:t>
            </a:r>
          </a:p>
          <a:p>
            <a:pPr lvl="1"/>
            <a:r>
              <a:rPr lang="en-US" dirty="0"/>
              <a:t>You can read more about let vs var and the TDZ </a:t>
            </a:r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lang="en-US" dirty="0">
              <a:solidFill>
                <a:srgbClr val="FFFF00"/>
              </a:solidFill>
            </a:endParaRPr>
          </a:p>
          <a:p>
            <a:pPr lvl="1"/>
            <a:r>
              <a:rPr lang="en-US" dirty="0"/>
              <a:t>Try to only use let and const as their behavior is more universal than var</a:t>
            </a:r>
          </a:p>
          <a:p>
            <a:r>
              <a:rPr lang="en-US" dirty="0"/>
              <a:t>Hoisting in JS means to move variable and function declarations to the top of the containing scope, before the code runs.</a:t>
            </a:r>
          </a:p>
          <a:p>
            <a:pPr lvl="1"/>
            <a:r>
              <a:rPr lang="en-US" dirty="0"/>
              <a:t>That is why we can call a JS function before its declaration</a:t>
            </a:r>
          </a:p>
        </p:txBody>
      </p:sp>
    </p:spTree>
    <p:extLst>
      <p:ext uri="{BB962C8B-B14F-4D97-AF65-F5344CB8AC3E}">
        <p14:creationId xmlns:p14="http://schemas.microsoft.com/office/powerpoint/2010/main" val="1742592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20834-2295-3DBB-20D7-6613FAC35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Hoisting 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FE573-3953-2483-A535-C31B19B57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userInputArray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//call before declaration below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//some 10 lines of code here</a:t>
            </a:r>
            <a:endParaRPr lang="en-US" dirty="0"/>
          </a:p>
          <a:p>
            <a:pPr>
              <a:lnSpc>
                <a:spcPts val="2550"/>
              </a:lnSpc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550"/>
              </a:lnSpc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 array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2550"/>
              </a:lnSpc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of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 { </a:t>
            </a:r>
          </a:p>
          <a:p>
            <a:pPr>
              <a:lnSpc>
                <a:spcPts val="2550"/>
              </a:lnSpc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&gt;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2550"/>
              </a:lnSpc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982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BB52-E4F8-3F56-34FE-767DF51D9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as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F8B94-0DCA-4C65-935E-2C156C834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JavaScript functions are (callable) objects meaning we can:</a:t>
            </a:r>
          </a:p>
          <a:p>
            <a:pPr lvl="1"/>
            <a:r>
              <a:rPr lang="en-US" dirty="0"/>
              <a:t>Declare them</a:t>
            </a:r>
          </a:p>
          <a:p>
            <a:pPr lvl="1"/>
            <a:r>
              <a:rPr lang="en-US" dirty="0"/>
              <a:t>Assign them to other variables</a:t>
            </a:r>
          </a:p>
          <a:p>
            <a:pPr lvl="1"/>
            <a:r>
              <a:rPr lang="en-US" dirty="0"/>
              <a:t>Write them inside other functions (nesting them)</a:t>
            </a:r>
          </a:p>
          <a:p>
            <a:pPr lvl="1"/>
            <a:r>
              <a:rPr lang="en-US" dirty="0"/>
              <a:t>Pass them as parameters to another function</a:t>
            </a:r>
          </a:p>
          <a:p>
            <a:pPr lvl="1"/>
            <a:r>
              <a:rPr lang="en-US" dirty="0"/>
              <a:t>Return them as values from another function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887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FD4B9-9598-A87D-4D76-3874D1EA7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Functions (1)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290BB7-2304-46F3-BABF-71A607F39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>
            <a:normAutofit lnSpcReduction="10000"/>
          </a:bodyPr>
          <a:lstStyle/>
          <a:p>
            <a:r>
              <a:rPr lang="en-US" dirty="0"/>
              <a:t>Function Declaration </a:t>
            </a:r>
          </a:p>
          <a:p>
            <a:r>
              <a:rPr lang="en-US" dirty="0"/>
              <a:t>(Fully Hoisted)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6F199F-EA38-C00A-930B-F9625C5366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userInputArray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 //works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array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=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 array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of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array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 { 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&gt;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D86726-2386-826F-8750-F84A22210A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Function Expression </a:t>
            </a:r>
          </a:p>
          <a:p>
            <a:r>
              <a:rPr lang="en-US" dirty="0"/>
              <a:t>(Only variable hoisted)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DFEE46-EC0A-32AA-FB60-332A03DD2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357813" cy="3684588"/>
          </a:xfrm>
        </p:spPr>
        <p:txBody>
          <a:bodyPr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userInputArray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 //does not work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let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 function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array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=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 array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of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array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 { 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&gt;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81627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2BA74-2CBE-3A3E-36DB-E74F9CFE8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D9EAF-BEAD-AD79-9E28-46413CA33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Functions (2)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6E2834-A1BF-F2AB-06A9-012139E33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Arrow Functions (Not hoisted)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39935E2-32AA-360A-D164-746997C943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maxArrow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= 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array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=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 array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of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array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 { 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&gt;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461A78-D3EE-D3C5-0459-5FF23742C3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357813" cy="3684588"/>
          </a:xfrm>
        </p:spPr>
        <p:txBody>
          <a:bodyPr>
            <a:normAutofit/>
          </a:bodyPr>
          <a:lstStyle/>
          <a:p>
            <a:r>
              <a:rPr lang="en-US" sz="2000" dirty="0"/>
              <a:t>Arrow functions are great for creating anonymous functions</a:t>
            </a:r>
          </a:p>
          <a:p>
            <a:r>
              <a:rPr lang="en-US" sz="2000" dirty="0"/>
              <a:t>They are used a lot later in this course</a:t>
            </a:r>
          </a:p>
        </p:txBody>
      </p:sp>
    </p:spTree>
    <p:extLst>
      <p:ext uri="{BB962C8B-B14F-4D97-AF65-F5344CB8AC3E}">
        <p14:creationId xmlns:p14="http://schemas.microsoft.com/office/powerpoint/2010/main" val="1025608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D032-5F8E-DCCC-0441-63BC8FF9B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864D8-C5E0-99E3-239B-24C4E07F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Assigning Functions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05186C-CAA7-69B4-E9D2-C953178D15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maxArrow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= 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array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=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 array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of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array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 { 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&gt;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max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22C359-598D-7EAA-F823-56986558ED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If we are can do this:</a:t>
            </a:r>
          </a:p>
          <a:p>
            <a:pPr lvl="1"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7.6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spcBef>
                <a:spcPts val="0"/>
              </a:spcBef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Then we can do this:</a:t>
            </a:r>
          </a:p>
          <a:p>
            <a:pPr lvl="1"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maximum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B5CEA8"/>
                </a:solidFill>
                <a:latin typeface="Consolas" panose="020B0609020204030204" pitchFamily="49" charset="0"/>
              </a:rPr>
              <a:t>maxArrow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latin typeface="Consolas" panose="020B0609020204030204" pitchFamily="49" charset="0"/>
              </a:rPr>
              <a:t>max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maximum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spcBef>
                <a:spcPts val="0"/>
              </a:spcBef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We just created 3 different bindings, all which will find the max value in number array”</a:t>
            </a:r>
          </a:p>
          <a:p>
            <a:pPr lvl="1"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max(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userInputArray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maximum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userInputArray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n-US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lvl="1"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maxArrow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userInputArray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n-US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lvl="1">
              <a:lnSpc>
                <a:spcPts val="2550"/>
              </a:lnSpc>
              <a:spcBef>
                <a:spcPts val="0"/>
              </a:spcBef>
              <a:buNone/>
            </a:pP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840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B1341-C099-7F29-4A5A-9D7A9A27B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7BE40-6C1C-1E04-C41F-AFDD647F8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Nesting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3FFCD-B1D3-5C84-B464-EFEAB3931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50568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makeMultiplier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factor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multiplier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factor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};</a:t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makeMultiplier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triple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makeMultiplier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→ 10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triple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→ 15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12E95A-732B-5B55-B2BE-9FF11F895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9242" y="1825625"/>
            <a:ext cx="4784558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Here we see a new version of scope:</a:t>
            </a:r>
          </a:p>
          <a:p>
            <a:pPr lvl="1"/>
            <a:r>
              <a:rPr lang="en-US" dirty="0"/>
              <a:t>Lexical scope</a:t>
            </a:r>
          </a:p>
          <a:p>
            <a:pPr lvl="1"/>
            <a:r>
              <a:rPr lang="en-US" dirty="0"/>
              <a:t>The type of scope where the inner function can access the outer function’s variables</a:t>
            </a:r>
          </a:p>
          <a:p>
            <a:pPr lvl="1"/>
            <a:r>
              <a:rPr lang="en-US" dirty="0"/>
              <a:t>In this case, multiplier function can use the factor variable</a:t>
            </a:r>
          </a:p>
        </p:txBody>
      </p:sp>
    </p:spTree>
    <p:extLst>
      <p:ext uri="{BB962C8B-B14F-4D97-AF65-F5344CB8AC3E}">
        <p14:creationId xmlns:p14="http://schemas.microsoft.com/office/powerpoint/2010/main" val="411687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3C614-7C92-BB76-4D95-899161156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6FE5-449E-0AD0-1197-8EAA276FC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Functions as Parameters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E2311-6FFA-11D0-A2F2-D4212C32C8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"Hello,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"!"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processUserInput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"Nikola"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//User input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processUserInput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672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B974F-299B-14F3-E6C8-ACB0930A0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3AF8D-B569-AF87-B72F-61FA90F1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97508-F30A-F692-F9BD-27D5129C6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makeMultiplier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factor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return 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multiplier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factor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};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4FC1FF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makeMultiplier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4FC1FF"/>
                </a:solidFill>
                <a:latin typeface="Consolas" panose="020B0609020204030204" pitchFamily="49" charset="0"/>
              </a:rPr>
              <a:t>triple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makeMultiplier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)); </a:t>
            </a: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// → 10</a:t>
            </a: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triple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)); </a:t>
            </a: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// → 15</a:t>
            </a: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CA7BDB-2674-75C5-3526-CEB39400A2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 can be created and then returned as values of a higher order function</a:t>
            </a:r>
          </a:p>
          <a:p>
            <a:r>
              <a:rPr lang="en-US" dirty="0"/>
              <a:t>Question:</a:t>
            </a:r>
          </a:p>
          <a:p>
            <a:pPr lvl="1"/>
            <a:r>
              <a:rPr lang="en-US" dirty="0"/>
              <a:t>What happens to the variable factor when we call </a:t>
            </a:r>
            <a:r>
              <a:rPr lang="en-US" dirty="0" err="1"/>
              <a:t>makeMultiplier</a:t>
            </a:r>
            <a:r>
              <a:rPr lang="en-US" dirty="0"/>
              <a:t>(2) and </a:t>
            </a:r>
            <a:r>
              <a:rPr lang="en-US" dirty="0" err="1"/>
              <a:t>makeMultiplier</a:t>
            </a:r>
            <a:r>
              <a:rPr lang="en-US" dirty="0"/>
              <a:t>(3)?</a:t>
            </a:r>
          </a:p>
          <a:p>
            <a:r>
              <a:rPr lang="en-US" dirty="0"/>
              <a:t>Answer:</a:t>
            </a:r>
          </a:p>
          <a:p>
            <a:pPr lvl="1"/>
            <a:r>
              <a:rPr lang="en-US" dirty="0"/>
              <a:t>Closures!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841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1A93C-2691-AC12-7683-5C204CE26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4A93-67AD-E228-54D6-4B3C32910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355F2-BE0C-0F88-9A0D-BF78E6D93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makeMultiplier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factor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return 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multiplier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factor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};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4FC1FF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makeMultiplier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)); </a:t>
            </a: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// → 10</a:t>
            </a: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B2D35-DE16-5A14-580B-F6EDD5F745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outer function declares and returns an inner function.</a:t>
            </a:r>
          </a:p>
          <a:p>
            <a:r>
              <a:rPr lang="en-US" dirty="0"/>
              <a:t>The inner function makes use of factor, the outer functions variable</a:t>
            </a:r>
          </a:p>
          <a:p>
            <a:r>
              <a:rPr lang="en-US" dirty="0"/>
              <a:t>Closures allow the new function, double(), to access and use the factor variable</a:t>
            </a:r>
          </a:p>
          <a:p>
            <a:r>
              <a:rPr lang="en-US" dirty="0"/>
              <a:t>So, the inner function remembers the outer’s variables use inside inner body</a:t>
            </a:r>
          </a:p>
        </p:txBody>
      </p:sp>
    </p:spTree>
    <p:extLst>
      <p:ext uri="{BB962C8B-B14F-4D97-AF65-F5344CB8AC3E}">
        <p14:creationId xmlns:p14="http://schemas.microsoft.com/office/powerpoint/2010/main" val="3616731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5DDE-71C6-AF6B-9433-EF3589E5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Parameters and 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ACC7E-2B6F-5145-33CC-884640C9E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JS function parameters are optional by default</a:t>
            </a:r>
          </a:p>
          <a:p>
            <a:r>
              <a:rPr lang="en-US" dirty="0"/>
              <a:t>If no value is given, the default is undefined</a:t>
            </a:r>
          </a:p>
          <a:p>
            <a:endParaRPr lang="en-US" dirty="0"/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"Hello,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550"/>
              </a:lnSpc>
              <a:buNone/>
            </a:pP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“John"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 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→ Hello, John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     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→ Hello, undefined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988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0C52F-2257-5D09-FAF1-60F689957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B3834-B9D9-AF71-6640-179125A1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Parameters and 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5B569-2E52-4C9A-8498-9C3980368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However, you can specify a default value</a:t>
            </a:r>
          </a:p>
          <a:p>
            <a:endParaRPr lang="en-US" dirty="0"/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“John Doe”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"Hello,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550"/>
              </a:lnSpc>
              <a:buNone/>
            </a:pP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“Christophere"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→ Hello, Christophere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               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→ Hello, John Doe (default name)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47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3551A-F422-8CEB-BFAB-4677FC304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B0D00-C741-EE9A-7AA4-619DEC3D8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Parameters and 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E5FF4-6B1B-B911-5ED3-EE394D46E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300" dirty="0"/>
              <a:t>As a rule of thumb:</a:t>
            </a:r>
          </a:p>
          <a:p>
            <a:pPr lvl="1"/>
            <a:r>
              <a:rPr lang="en-US" sz="2800" dirty="0"/>
              <a:t>You can have a mixture of default and non-default parameters</a:t>
            </a:r>
          </a:p>
          <a:p>
            <a:pPr lvl="1"/>
            <a:r>
              <a:rPr lang="en-US" sz="2800" dirty="0"/>
              <a:t>The default parameters should be at the end of the list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US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`${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}, ${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}!`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"Yamal"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           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→ Hello, Nikola!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"Yamal"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"Welcome"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→ Welcome, Nikola!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321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4859B-29C8-D14C-B969-74EF01F48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86A2E-C883-E85D-12B0-80022179F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Parameters and 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0E338-26FE-953E-43C0-56B841A809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8600" dirty="0"/>
              <a:t>A function in JS can have a variable number of parameters</a:t>
            </a:r>
          </a:p>
          <a:p>
            <a:pPr lvl="1">
              <a:lnSpc>
                <a:spcPct val="110000"/>
              </a:lnSpc>
            </a:pPr>
            <a:r>
              <a:rPr lang="en-US" sz="7400" dirty="0"/>
              <a:t>Meaning we can have 2 or 5 or 15 parameters for the same function definition</a:t>
            </a:r>
          </a:p>
          <a:p>
            <a:pPr lvl="1">
              <a:lnSpc>
                <a:spcPct val="110000"/>
              </a:lnSpc>
            </a:pPr>
            <a:r>
              <a:rPr lang="en-US" sz="7400" dirty="0"/>
              <a:t>This is achieved using rest operator (…)</a:t>
            </a:r>
          </a:p>
          <a:p>
            <a:pPr>
              <a:lnSpc>
                <a:spcPct val="110000"/>
              </a:lnSpc>
            </a:pPr>
            <a:r>
              <a:rPr lang="en-US" sz="7800" dirty="0"/>
              <a:t>In this example, sum requires at least 1 parameter, a, and b is optional otherwise zero</a:t>
            </a:r>
          </a:p>
          <a:p>
            <a:pPr>
              <a:lnSpc>
                <a:spcPct val="110000"/>
              </a:lnSpc>
            </a:pPr>
            <a:r>
              <a:rPr lang="en-US" sz="7800" dirty="0"/>
              <a:t>rest is an array to collect all others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46B2AE-262C-29C7-B712-ADA74DA261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6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5600" dirty="0">
                <a:solidFill>
                  <a:srgbClr val="DCDCAA"/>
                </a:solidFill>
                <a:latin typeface="Consolas" panose="020B0609020204030204" pitchFamily="49" charset="0"/>
              </a:rPr>
              <a:t>sum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5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5600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56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, ...</a:t>
            </a:r>
            <a:r>
              <a:rPr lang="en-US" sz="5600" dirty="0">
                <a:solidFill>
                  <a:srgbClr val="9CDCFE"/>
                </a:solidFill>
                <a:latin typeface="Consolas" panose="020B0609020204030204" pitchFamily="49" charset="0"/>
              </a:rPr>
              <a:t>rest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56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5600" dirty="0">
                <a:solidFill>
                  <a:srgbClr val="9CDCFE"/>
                </a:solidFill>
                <a:latin typeface="Consolas" panose="020B0609020204030204" pitchFamily="49" charset="0"/>
              </a:rPr>
              <a:t>total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5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 + </a:t>
            </a:r>
            <a:r>
              <a:rPr lang="en-US" sz="5600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56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US" sz="56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5600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 of </a:t>
            </a:r>
            <a:r>
              <a:rPr lang="en-US" sz="5600" dirty="0">
                <a:solidFill>
                  <a:srgbClr val="9CDCFE"/>
                </a:solidFill>
                <a:latin typeface="Consolas" panose="020B0609020204030204" pitchFamily="49" charset="0"/>
              </a:rPr>
              <a:t>rest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) </a:t>
            </a:r>
            <a:r>
              <a:rPr lang="en-US" sz="5600" dirty="0">
                <a:solidFill>
                  <a:srgbClr val="9CDCFE"/>
                </a:solidFill>
                <a:latin typeface="Consolas" panose="020B0609020204030204" pitchFamily="49" charset="0"/>
              </a:rPr>
              <a:t>total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 += </a:t>
            </a:r>
            <a:r>
              <a:rPr lang="en-US" sz="5600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56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5600" dirty="0">
                <a:solidFill>
                  <a:srgbClr val="9CDCFE"/>
                </a:solidFill>
                <a:latin typeface="Consolas" panose="020B0609020204030204" pitchFamily="49" charset="0"/>
              </a:rPr>
              <a:t>total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US" sz="5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600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5600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5600" dirty="0">
                <a:solidFill>
                  <a:srgbClr val="DCDCAA"/>
                </a:solidFill>
                <a:latin typeface="Consolas" panose="020B0609020204030204" pitchFamily="49" charset="0"/>
              </a:rPr>
              <a:t>sum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5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));           </a:t>
            </a:r>
            <a:r>
              <a:rPr lang="en-US" sz="5600" dirty="0">
                <a:solidFill>
                  <a:srgbClr val="6A9955"/>
                </a:solidFill>
                <a:latin typeface="Consolas" panose="020B0609020204030204" pitchFamily="49" charset="0"/>
              </a:rPr>
              <a:t>// → 1</a:t>
            </a:r>
            <a:endParaRPr lang="en-US" sz="5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600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5600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5600" dirty="0">
                <a:solidFill>
                  <a:srgbClr val="DCDCAA"/>
                </a:solidFill>
                <a:latin typeface="Consolas" panose="020B0609020204030204" pitchFamily="49" charset="0"/>
              </a:rPr>
              <a:t>sum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5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56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));        </a:t>
            </a:r>
            <a:r>
              <a:rPr lang="en-US" sz="5600" dirty="0">
                <a:solidFill>
                  <a:srgbClr val="6A9955"/>
                </a:solidFill>
                <a:latin typeface="Consolas" panose="020B0609020204030204" pitchFamily="49" charset="0"/>
              </a:rPr>
              <a:t>// → 3</a:t>
            </a:r>
            <a:endParaRPr lang="en-US" sz="5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600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5600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5600" dirty="0">
                <a:solidFill>
                  <a:srgbClr val="DCDCAA"/>
                </a:solidFill>
                <a:latin typeface="Consolas" panose="020B0609020204030204" pitchFamily="49" charset="0"/>
              </a:rPr>
              <a:t>sum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5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56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56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5600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sz="5600" dirty="0">
                <a:solidFill>
                  <a:srgbClr val="D4D4D4"/>
                </a:solidFill>
                <a:latin typeface="Consolas" panose="020B0609020204030204" pitchFamily="49" charset="0"/>
              </a:rPr>
              <a:t>));  </a:t>
            </a:r>
            <a:r>
              <a:rPr lang="en-US" sz="5600" dirty="0">
                <a:solidFill>
                  <a:srgbClr val="6A9955"/>
                </a:solidFill>
                <a:latin typeface="Consolas" panose="020B0609020204030204" pitchFamily="49" charset="0"/>
              </a:rPr>
              <a:t>// → 10</a:t>
            </a:r>
            <a:endParaRPr lang="en-US" sz="5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259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7666E2-F5C0-8652-26FA-6577879FB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Order Function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8BE583-E570-52E4-C27D-0E42086FA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HOF are functions that take a function as parameter or return a function as a value</a:t>
            </a:r>
          </a:p>
          <a:p>
            <a:r>
              <a:rPr lang="en-US" dirty="0"/>
              <a:t>HOF can help with cleaner, flexible and reuseable code</a:t>
            </a:r>
          </a:p>
          <a:p>
            <a:r>
              <a:rPr lang="en-US" dirty="0"/>
              <a:t>Arrays have many such HOFs</a:t>
            </a:r>
          </a:p>
          <a:p>
            <a:pPr lvl="1"/>
            <a:r>
              <a:rPr lang="en-US" dirty="0" err="1"/>
              <a:t>forEach</a:t>
            </a:r>
            <a:r>
              <a:rPr lang="en-US" dirty="0"/>
              <a:t>(): apply x to every element</a:t>
            </a:r>
          </a:p>
          <a:p>
            <a:pPr lvl="1"/>
            <a:r>
              <a:rPr lang="en-US" dirty="0"/>
              <a:t>map(): apply x to every element and create new array</a:t>
            </a:r>
          </a:p>
          <a:p>
            <a:pPr lvl="1"/>
            <a:r>
              <a:rPr lang="en-US" dirty="0"/>
              <a:t>filter(): filter out elements</a:t>
            </a:r>
          </a:p>
          <a:p>
            <a:pPr lvl="1"/>
            <a:r>
              <a:rPr lang="en-US" dirty="0"/>
              <a:t>reduce(): summarize array into 1 value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04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5A2CC-1F65-9884-3FE9-F977A989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A6CD93-E364-B060-B1AF-750126A03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forEach</a:t>
            </a:r>
            <a:r>
              <a:rPr lang="en-US" dirty="0"/>
              <a:t>()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E6352D-0827-5B9E-7F50-C3ADA87F8C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ct val="12000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	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ct val="12000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Expected output: "a"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Expected output: "b"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Expected output: "c"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601C49-3146-7FE0-420C-FD53A01F72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Return value:</a:t>
            </a:r>
          </a:p>
          <a:p>
            <a:pPr lvl="1"/>
            <a:r>
              <a:rPr lang="en-US" dirty="0"/>
              <a:t>Undefined (none)</a:t>
            </a:r>
          </a:p>
          <a:p>
            <a:r>
              <a:rPr lang="en-US" dirty="0"/>
              <a:t>Parameters:</a:t>
            </a:r>
          </a:p>
          <a:p>
            <a:pPr lvl="1"/>
            <a:r>
              <a:rPr lang="en-US" dirty="0" err="1"/>
              <a:t>callbackFn</a:t>
            </a:r>
            <a:endParaRPr lang="en-US" dirty="0"/>
          </a:p>
          <a:p>
            <a:pPr lvl="2"/>
            <a:r>
              <a:rPr lang="en-US" dirty="0"/>
              <a:t>Return value:</a:t>
            </a:r>
          </a:p>
          <a:p>
            <a:pPr lvl="3"/>
            <a:r>
              <a:rPr lang="en-US" dirty="0"/>
              <a:t>Discarded</a:t>
            </a:r>
          </a:p>
          <a:p>
            <a:pPr lvl="2"/>
            <a:r>
              <a:rPr lang="en-US" dirty="0" err="1"/>
              <a:t>Paramters</a:t>
            </a:r>
            <a:r>
              <a:rPr lang="en-US" dirty="0"/>
              <a:t>:</a:t>
            </a:r>
          </a:p>
          <a:p>
            <a:pPr lvl="3"/>
            <a:r>
              <a:rPr lang="en-US" dirty="0"/>
              <a:t>element</a:t>
            </a:r>
          </a:p>
          <a:p>
            <a:pPr lvl="3"/>
            <a:r>
              <a:rPr lang="en-US" dirty="0"/>
              <a:t>index</a:t>
            </a:r>
          </a:p>
          <a:p>
            <a:pPr lvl="1"/>
            <a:r>
              <a:rPr lang="en-US" dirty="0" err="1"/>
              <a:t>thisArg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925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CDB80-52F6-73BA-A709-E3794F10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A77F165-89FF-1511-FE84-20D242038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map()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6BD58-C2B4-4881-62E4-95C062ACCF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Pass a function to map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Expected output: Array [2, 8, 18, 32]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endParaRPr lang="en-US" sz="18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6D7CAD-E2DC-887A-A976-91066E604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15189"/>
            <a:ext cx="5181600" cy="4961774"/>
          </a:xfrm>
        </p:spPr>
        <p:txBody>
          <a:bodyPr>
            <a:normAutofit/>
          </a:bodyPr>
          <a:lstStyle/>
          <a:p>
            <a:r>
              <a:rPr lang="en-US" dirty="0"/>
              <a:t>Return value:</a:t>
            </a:r>
          </a:p>
          <a:p>
            <a:pPr lvl="1"/>
            <a:r>
              <a:rPr lang="en-US" dirty="0"/>
              <a:t>The new (updated) array after applying the </a:t>
            </a:r>
            <a:r>
              <a:rPr lang="en-US" dirty="0" err="1"/>
              <a:t>callbackFn</a:t>
            </a:r>
            <a:r>
              <a:rPr lang="en-US" dirty="0"/>
              <a:t> to each element</a:t>
            </a:r>
          </a:p>
          <a:p>
            <a:r>
              <a:rPr lang="en-US" dirty="0"/>
              <a:t>Parameters:</a:t>
            </a:r>
          </a:p>
          <a:p>
            <a:pPr lvl="1"/>
            <a:r>
              <a:rPr lang="en-US" dirty="0" err="1"/>
              <a:t>callbackFn</a:t>
            </a:r>
            <a:endParaRPr lang="en-US" dirty="0"/>
          </a:p>
          <a:p>
            <a:pPr lvl="2"/>
            <a:r>
              <a:rPr lang="en-US" dirty="0"/>
              <a:t>Return value:</a:t>
            </a:r>
          </a:p>
          <a:p>
            <a:pPr lvl="3"/>
            <a:r>
              <a:rPr lang="en-US" dirty="0"/>
              <a:t>Saved into new array</a:t>
            </a:r>
          </a:p>
          <a:p>
            <a:pPr lvl="2"/>
            <a:r>
              <a:rPr lang="en-US" dirty="0" err="1"/>
              <a:t>Paramters</a:t>
            </a:r>
            <a:r>
              <a:rPr lang="en-US" dirty="0"/>
              <a:t>:</a:t>
            </a:r>
          </a:p>
          <a:p>
            <a:pPr lvl="3"/>
            <a:r>
              <a:rPr lang="en-US" dirty="0"/>
              <a:t>element</a:t>
            </a:r>
          </a:p>
          <a:p>
            <a:pPr lvl="3"/>
            <a:r>
              <a:rPr lang="en-US" dirty="0"/>
              <a:t>index</a:t>
            </a:r>
          </a:p>
          <a:p>
            <a:pPr lvl="1"/>
            <a:r>
              <a:rPr lang="en-US" dirty="0" err="1"/>
              <a:t>thisArg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771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82A9D-B1C3-904A-D5AB-636C7A04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33ABBD-F060-1375-E293-4DCCCD898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filter()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68EFB1-2B81-ED96-EFE1-0F962DA373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"spray"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"elite"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"exuberant"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"destruction"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"present"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lang="en-US" sz="2900" dirty="0">
                <a:solidFill>
                  <a:srgbClr val="B5CEA8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		</a:t>
            </a:r>
            <a:r>
              <a:rPr lang="en-US" sz="3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Expected output: Array ["exuberant", "destruction", "present"]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28D216-3866-65F0-0A27-C85C07B6A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18937"/>
            <a:ext cx="5181600" cy="5058026"/>
          </a:xfrm>
        </p:spPr>
        <p:txBody>
          <a:bodyPr>
            <a:noAutofit/>
          </a:bodyPr>
          <a:lstStyle/>
          <a:p>
            <a:r>
              <a:rPr lang="en-US" dirty="0"/>
              <a:t>Return value:</a:t>
            </a:r>
          </a:p>
          <a:p>
            <a:pPr lvl="1"/>
            <a:r>
              <a:rPr lang="en-US" sz="2800" dirty="0"/>
              <a:t>The new (filtered) array based on the </a:t>
            </a:r>
            <a:r>
              <a:rPr lang="en-US" sz="2800" dirty="0" err="1"/>
              <a:t>callbackFn</a:t>
            </a:r>
            <a:r>
              <a:rPr lang="en-US" sz="2800" dirty="0"/>
              <a:t> test</a:t>
            </a:r>
          </a:p>
          <a:p>
            <a:r>
              <a:rPr lang="en-US" dirty="0"/>
              <a:t>Parameters:</a:t>
            </a:r>
          </a:p>
          <a:p>
            <a:pPr lvl="1"/>
            <a:r>
              <a:rPr lang="en-US" sz="2800" dirty="0" err="1"/>
              <a:t>callbackFn</a:t>
            </a:r>
            <a:endParaRPr lang="en-US" sz="2800" dirty="0"/>
          </a:p>
          <a:p>
            <a:pPr lvl="2"/>
            <a:r>
              <a:rPr lang="en-US" sz="2800" dirty="0"/>
              <a:t>Return value:</a:t>
            </a:r>
          </a:p>
          <a:p>
            <a:pPr lvl="3"/>
            <a:r>
              <a:rPr lang="en-US" sz="2800" dirty="0" err="1"/>
              <a:t>boolean</a:t>
            </a:r>
            <a:endParaRPr lang="en-US" sz="2800" dirty="0"/>
          </a:p>
          <a:p>
            <a:pPr lvl="2"/>
            <a:r>
              <a:rPr lang="en-US" sz="2800" dirty="0" err="1"/>
              <a:t>Paramters</a:t>
            </a:r>
            <a:r>
              <a:rPr lang="en-US" sz="2800" dirty="0"/>
              <a:t>:</a:t>
            </a:r>
          </a:p>
          <a:p>
            <a:pPr lvl="3"/>
            <a:r>
              <a:rPr lang="en-US" sz="2800" dirty="0"/>
              <a:t>element</a:t>
            </a:r>
          </a:p>
          <a:p>
            <a:pPr lvl="3"/>
            <a:r>
              <a:rPr lang="en-US" sz="2800" dirty="0"/>
              <a:t>index</a:t>
            </a:r>
          </a:p>
          <a:p>
            <a:pPr lvl="1"/>
            <a:r>
              <a:rPr lang="en-US" sz="2800" dirty="0" err="1"/>
              <a:t>thisArg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206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D2902-2927-D761-DD21-59F1D8E8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11C518-2DC3-134B-55A9-B9CCAB00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reduce()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F4E900-421E-96C6-0F43-A0A274909E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6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6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6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6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6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0 + 1 + 2 + 3 + 4</a:t>
            </a:r>
            <a:endParaRPr lang="en-US" sz="6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initialValue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6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sumWithInitial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sz="6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6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6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(</a:t>
            </a:r>
            <a:r>
              <a:rPr lang="en-US" sz="6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accumulator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6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currentValue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6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sz="64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6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accumulator</a:t>
            </a:r>
            <a:r>
              <a:rPr lang="en-US" sz="6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6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currentValue</a:t>
            </a:r>
            <a:endParaRPr lang="en-US" sz="6200" b="0" dirty="0">
              <a:solidFill>
                <a:srgbClr val="9CDCF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200" dirty="0">
                <a:solidFill>
                  <a:srgbClr val="D4D4D4"/>
                </a:solidFill>
                <a:latin typeface="Consolas" panose="020B0609020204030204" pitchFamily="49" charset="0"/>
              </a:rPr>
              <a:t>	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6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initialValue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6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6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6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sumWithInitial</a:t>
            </a:r>
            <a:r>
              <a:rPr lang="en-US" sz="6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Expected output: 10</a:t>
            </a:r>
            <a:endParaRPr lang="en-US" sz="6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DB3880-AD22-C175-F046-1C2C1C7E0F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dirty="0"/>
              <a:t>Return value:</a:t>
            </a:r>
          </a:p>
          <a:p>
            <a:pPr lvl="1"/>
            <a:r>
              <a:rPr lang="en-US" sz="2800" dirty="0"/>
              <a:t>The summarized value of the array</a:t>
            </a:r>
          </a:p>
          <a:p>
            <a:r>
              <a:rPr lang="en-US" dirty="0"/>
              <a:t>Parameters:</a:t>
            </a:r>
          </a:p>
          <a:p>
            <a:pPr lvl="1"/>
            <a:r>
              <a:rPr lang="en-US" sz="2800" dirty="0" err="1"/>
              <a:t>callbackFn</a:t>
            </a:r>
            <a:endParaRPr lang="en-US" sz="2800" dirty="0"/>
          </a:p>
          <a:p>
            <a:pPr lvl="2"/>
            <a:r>
              <a:rPr lang="en-US" sz="2800" dirty="0"/>
              <a:t>accumulator</a:t>
            </a:r>
          </a:p>
          <a:p>
            <a:pPr lvl="2"/>
            <a:r>
              <a:rPr lang="en-US" sz="2800" dirty="0" err="1"/>
              <a:t>currentValue</a:t>
            </a:r>
            <a:endParaRPr lang="en-US" sz="2800" dirty="0"/>
          </a:p>
          <a:p>
            <a:pPr lvl="2"/>
            <a:r>
              <a:rPr lang="en-US" sz="2800" dirty="0" err="1"/>
              <a:t>currentIndex</a:t>
            </a:r>
            <a:endParaRPr lang="en-US" sz="2800" dirty="0"/>
          </a:p>
          <a:p>
            <a:pPr lvl="1"/>
            <a:r>
              <a:rPr lang="en-US" sz="2800" dirty="0" err="1"/>
              <a:t>initialValue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87284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CB02BE-D21B-ABAD-E5D3-410CA65E2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This slide is intentionally left blank</a:t>
            </a:r>
          </a:p>
        </p:txBody>
      </p:sp>
    </p:spTree>
    <p:extLst>
      <p:ext uri="{BB962C8B-B14F-4D97-AF65-F5344CB8AC3E}">
        <p14:creationId xmlns:p14="http://schemas.microsoft.com/office/powerpoint/2010/main" val="2225574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1CC1717-5F4E-4EF2-8948-4AA46333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147B6-8647-B7B1-10E1-8F21069FE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NodeJS is a JS runtime environment </a:t>
            </a:r>
          </a:p>
          <a:p>
            <a:r>
              <a:rPr lang="en-US" dirty="0"/>
              <a:t>NodeJS allows us to run JS locally (not only in the browser)</a:t>
            </a:r>
          </a:p>
          <a:p>
            <a:r>
              <a:rPr lang="en-US" dirty="0"/>
              <a:t>NodeJS is build on the Chrome’s V8 engine</a:t>
            </a:r>
          </a:p>
          <a:p>
            <a:r>
              <a:rPr lang="en-US" dirty="0"/>
              <a:t>NodeJS allows us to write server-side logic in JS</a:t>
            </a:r>
          </a:p>
          <a:p>
            <a:r>
              <a:rPr lang="en-US" dirty="0"/>
              <a:t>NodeJS is ideal for asynchronous programming</a:t>
            </a:r>
          </a:p>
          <a:p>
            <a:r>
              <a:rPr lang="en-US" dirty="0"/>
              <a:t>NodeJS provides numerous built-in modules (packages)</a:t>
            </a:r>
          </a:p>
          <a:p>
            <a:r>
              <a:rPr lang="en-US" dirty="0"/>
              <a:t>NodeJS provides even more modules via </a:t>
            </a:r>
            <a:r>
              <a:rPr lang="en-US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npm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/>
              <a:t>NodeJS official documentation page is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446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16FD-A9BE-AD79-8CF3-5CA2192F5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9961-A061-74F1-2D85-456784F47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NodeJS</a:t>
            </a:r>
          </a:p>
          <a:p>
            <a:pPr lvl="1"/>
            <a:r>
              <a:rPr lang="en-US" dirty="0"/>
              <a:t>Download </a:t>
            </a:r>
            <a:r>
              <a:rPr lang="en-US" dirty="0" err="1"/>
              <a:t>nvm</a:t>
            </a:r>
            <a:r>
              <a:rPr lang="en-US" dirty="0"/>
              <a:t> (node version manager) </a:t>
            </a:r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lang="en-US" dirty="0">
              <a:solidFill>
                <a:srgbClr val="FFFF00"/>
              </a:solidFill>
            </a:endParaRPr>
          </a:p>
          <a:p>
            <a:pPr lvl="2"/>
            <a:r>
              <a:rPr lang="en-US" dirty="0"/>
              <a:t>Windows users go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lang="en-US" dirty="0">
              <a:solidFill>
                <a:srgbClr val="FFFF00"/>
              </a:solidFill>
            </a:endParaRPr>
          </a:p>
          <a:p>
            <a:pPr lvl="1"/>
            <a:r>
              <a:rPr lang="en-US" dirty="0"/>
              <a:t>Download node and </a:t>
            </a:r>
            <a:r>
              <a:rPr lang="en-US" dirty="0" err="1"/>
              <a:t>npm</a:t>
            </a:r>
            <a:r>
              <a:rPr lang="en-US" dirty="0"/>
              <a:t> using </a:t>
            </a:r>
            <a:r>
              <a:rPr lang="en-US" dirty="0" err="1"/>
              <a:t>nvm</a:t>
            </a:r>
            <a:endParaRPr lang="en-US" dirty="0"/>
          </a:p>
          <a:p>
            <a:pPr lvl="2"/>
            <a:r>
              <a:rPr lang="en-US" dirty="0"/>
              <a:t>Type: </a:t>
            </a:r>
            <a:r>
              <a:rPr lang="en-US" i="1" dirty="0" err="1"/>
              <a:t>nvm</a:t>
            </a:r>
            <a:r>
              <a:rPr lang="en-US" i="1" dirty="0"/>
              <a:t> install node</a:t>
            </a:r>
          </a:p>
          <a:p>
            <a:pPr lvl="1"/>
            <a:r>
              <a:rPr lang="en-US" dirty="0"/>
              <a:t>To run a NodeJS file called example.js</a:t>
            </a:r>
          </a:p>
          <a:p>
            <a:pPr lvl="2"/>
            <a:r>
              <a:rPr lang="en-US" dirty="0"/>
              <a:t>Type: node example.js</a:t>
            </a:r>
          </a:p>
          <a:p>
            <a:r>
              <a:rPr lang="en-US" dirty="0"/>
              <a:t>You need to download NodeJS in order to do run JS in your laptop/PC and in order to do the classwork, homework and projects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5005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04A08-4F45-7E5A-6C31-7C846BC26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56392-3060-F219-86D1-B620EE96A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/>
              <a:t>NodeJS has numerous modules, we will focus on:</a:t>
            </a:r>
          </a:p>
          <a:p>
            <a:pPr lvl="1"/>
            <a:r>
              <a:rPr lang="en-US" dirty="0"/>
              <a:t>crypto (cryptography)</a:t>
            </a:r>
          </a:p>
          <a:p>
            <a:pPr lvl="1"/>
            <a:r>
              <a:rPr lang="en-US" dirty="0"/>
              <a:t>fs (file system)</a:t>
            </a:r>
          </a:p>
          <a:p>
            <a:pPr lvl="1"/>
            <a:r>
              <a:rPr lang="en-US" dirty="0" err="1"/>
              <a:t>dns</a:t>
            </a:r>
            <a:r>
              <a:rPr lang="en-US" dirty="0"/>
              <a:t> (domain name system)</a:t>
            </a:r>
          </a:p>
          <a:p>
            <a:pPr lvl="1"/>
            <a:r>
              <a:rPr lang="en-US" dirty="0" err="1"/>
              <a:t>url</a:t>
            </a:r>
            <a:r>
              <a:rPr lang="en-US" dirty="0"/>
              <a:t> (unified resource location)</a:t>
            </a:r>
          </a:p>
          <a:p>
            <a:pPr lvl="1"/>
            <a:r>
              <a:rPr lang="en-US" dirty="0"/>
              <a:t>http (hyper text transfer protocol)</a:t>
            </a:r>
          </a:p>
          <a:p>
            <a:r>
              <a:rPr lang="en-US" dirty="0"/>
              <a:t>Modules are pre-written files with many pre-written functions</a:t>
            </a:r>
          </a:p>
          <a:p>
            <a:pPr lvl="1"/>
            <a:r>
              <a:rPr lang="en-US" dirty="0"/>
              <a:t>Two ways to import a module in your JS code</a:t>
            </a:r>
          </a:p>
          <a:p>
            <a:pPr lvl="2"/>
            <a:r>
              <a:rPr lang="en-US" dirty="0" err="1"/>
              <a:t>CommonJS</a:t>
            </a:r>
            <a:r>
              <a:rPr lang="en-US" dirty="0"/>
              <a:t> which uses require()</a:t>
            </a:r>
          </a:p>
          <a:p>
            <a:pPr lvl="3"/>
            <a:r>
              <a:rPr lang="en-US" dirty="0"/>
              <a:t>Easier to use</a:t>
            </a:r>
          </a:p>
          <a:p>
            <a:pPr lvl="2"/>
            <a:r>
              <a:rPr lang="en-US" dirty="0"/>
              <a:t>ES Module which uses import … from …</a:t>
            </a:r>
          </a:p>
          <a:p>
            <a:pPr lvl="3"/>
            <a:r>
              <a:rPr lang="en-US" dirty="0"/>
              <a:t>Newer and matches the way React imports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506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50669-55CB-E172-0809-F8A31F659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967DE-2473-7BAF-4315-0A021EDFC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 Module is the newer way of using NodeJS modules</a:t>
            </a:r>
          </a:p>
          <a:p>
            <a:r>
              <a:rPr lang="en-US" dirty="0"/>
              <a:t>There are two ways to use the import … from … syntax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Save your file with extension .</a:t>
            </a:r>
            <a:r>
              <a:rPr lang="en-US" dirty="0" err="1"/>
              <a:t>mjs</a:t>
            </a:r>
            <a:r>
              <a:rPr lang="en-US" dirty="0"/>
              <a:t> (</a:t>
            </a:r>
            <a:r>
              <a:rPr lang="en-US" dirty="0" err="1"/>
              <a:t>nameExample.mjs</a:t>
            </a:r>
            <a:r>
              <a:rPr lang="en-US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Save your file with extension .</a:t>
            </a:r>
            <a:r>
              <a:rPr lang="en-US" dirty="0" err="1"/>
              <a:t>js</a:t>
            </a:r>
            <a:r>
              <a:rPr lang="en-US" dirty="0"/>
              <a:t> (nameExample2.js)</a:t>
            </a:r>
          </a:p>
          <a:p>
            <a:pPr lvl="2"/>
            <a:r>
              <a:rPr lang="en-US" dirty="0"/>
              <a:t>However, in your </a:t>
            </a:r>
            <a:r>
              <a:rPr lang="en-US" dirty="0" err="1"/>
              <a:t>package.json</a:t>
            </a:r>
            <a:r>
              <a:rPr lang="en-US" dirty="0"/>
              <a:t> file you should indicate that "type": "module“</a:t>
            </a:r>
          </a:p>
          <a:p>
            <a:r>
              <a:rPr lang="en-US" dirty="0"/>
              <a:t>For now, we will use the first method</a:t>
            </a:r>
          </a:p>
          <a:p>
            <a:r>
              <a:rPr lang="en-US" dirty="0"/>
              <a:t>We will investigate </a:t>
            </a:r>
            <a:r>
              <a:rPr lang="en-US" dirty="0" err="1"/>
              <a:t>package.json</a:t>
            </a:r>
            <a:r>
              <a:rPr lang="en-US" dirty="0"/>
              <a:t> file later, but know that</a:t>
            </a:r>
          </a:p>
          <a:p>
            <a:pPr lvl="1"/>
            <a:r>
              <a:rPr lang="en-US" dirty="0" err="1"/>
              <a:t>package.json</a:t>
            </a:r>
            <a:r>
              <a:rPr lang="en-US" dirty="0"/>
              <a:t> file the manifest file that describes your project, project’s dependencies, scripts and configurations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700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9484-F413-0128-D15A-410647FC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and Asynchronous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0985A-FDDF-C688-9D7F-71B167CDA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NodeJS is single threaded, but handles tasks concurrently</a:t>
            </a:r>
          </a:p>
          <a:p>
            <a:r>
              <a:rPr lang="en-US" dirty="0"/>
              <a:t>NodeJS does not block (pause) when performing long tasks such as:</a:t>
            </a:r>
          </a:p>
          <a:p>
            <a:pPr lvl="1"/>
            <a:r>
              <a:rPr lang="en-US" dirty="0"/>
              <a:t>File reading/writing</a:t>
            </a:r>
          </a:p>
          <a:p>
            <a:pPr lvl="1"/>
            <a:r>
              <a:rPr lang="en-US" dirty="0"/>
              <a:t>DB connection and queries</a:t>
            </a:r>
          </a:p>
          <a:p>
            <a:pPr lvl="1"/>
            <a:r>
              <a:rPr lang="en-US" dirty="0"/>
              <a:t>HTTP requests</a:t>
            </a:r>
          </a:p>
          <a:p>
            <a:r>
              <a:rPr lang="en-US" dirty="0"/>
              <a:t>Instead, NodeJS registers a callback function or promise and moves on to the next task</a:t>
            </a:r>
          </a:p>
          <a:p>
            <a:r>
              <a:rPr lang="en-US" dirty="0"/>
              <a:t>The callback function / promise will execute once the long task is done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8269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F3B93-4DC3-1FCE-8C37-C78738321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05528-0929-9A4E-189E-3197FB2D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and Callbacks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D635B-A9D2-4B40-A3FB-64F1250B7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550"/>
              </a:lnSpc>
            </a:pPr>
            <a:r>
              <a:rPr lang="en-US" dirty="0"/>
              <a:t>Callback functions are used inside pre-defined HOF</a:t>
            </a:r>
          </a:p>
          <a:p>
            <a:pPr>
              <a:lnSpc>
                <a:spcPts val="2550"/>
              </a:lnSpc>
            </a:pPr>
            <a:r>
              <a:rPr lang="en-US" b="0" dirty="0">
                <a:effectLst/>
              </a:rPr>
              <a:t>In this case 2 things happen:</a:t>
            </a:r>
          </a:p>
          <a:p>
            <a:pPr lvl="1">
              <a:lnSpc>
                <a:spcPts val="2550"/>
              </a:lnSpc>
            </a:pPr>
            <a:r>
              <a:rPr lang="en-US" dirty="0"/>
              <a:t>We instruct Node to read this file and register the callback function</a:t>
            </a:r>
          </a:p>
          <a:p>
            <a:pPr lvl="1">
              <a:lnSpc>
                <a:spcPts val="2550"/>
              </a:lnSpc>
            </a:pPr>
            <a:r>
              <a:rPr lang="en-US" dirty="0"/>
              <a:t>We move on to next instructions, to only come back after the read is complete and execute the callback function</a:t>
            </a:r>
          </a:p>
          <a:p>
            <a:pPr>
              <a:lnSpc>
                <a:spcPts val="2550"/>
              </a:lnSpc>
              <a:buNone/>
            </a:pP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'file.txt'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'utf8'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afterReadCallback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afterReadCallback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50"/>
              </a:lnSpc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4564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16782-8C70-6F48-9C87-1B8A2C746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7C488-C780-E320-D193-553A6DC14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and Promises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1D3D4-BD4D-CFE9-AAC5-B2852B2BB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550"/>
              </a:lnSpc>
            </a:pPr>
            <a:r>
              <a:rPr lang="en-US" dirty="0"/>
              <a:t>Promises are like callback but shorter/cleaner</a:t>
            </a:r>
          </a:p>
          <a:p>
            <a:pPr>
              <a:lnSpc>
                <a:spcPts val="2550"/>
              </a:lnSpc>
            </a:pPr>
            <a:r>
              <a:rPr lang="en-US" dirty="0"/>
              <a:t>Promises use then() and catch()</a:t>
            </a:r>
          </a:p>
          <a:p>
            <a:pPr>
              <a:lnSpc>
                <a:spcPts val="2550"/>
              </a:lnSpc>
            </a:pPr>
            <a:r>
              <a:rPr lang="en-US" b="0" dirty="0">
                <a:effectLst/>
              </a:rPr>
              <a:t>In this case 2 things happen:</a:t>
            </a:r>
          </a:p>
          <a:p>
            <a:pPr lvl="1">
              <a:lnSpc>
                <a:spcPts val="2550"/>
              </a:lnSpc>
            </a:pPr>
            <a:r>
              <a:rPr lang="en-US" dirty="0"/>
              <a:t>read this file and register the promise</a:t>
            </a:r>
          </a:p>
          <a:p>
            <a:pPr lvl="1">
              <a:lnSpc>
                <a:spcPts val="2550"/>
              </a:lnSpc>
            </a:pPr>
            <a:r>
              <a:rPr lang="en-US" dirty="0"/>
              <a:t>We move on to next  instructions, to only come back after the read is complete. If error, go inside catch(), otherwise go inside then()</a:t>
            </a:r>
          </a:p>
          <a:p>
            <a:pPr lvl="1">
              <a:lnSpc>
                <a:spcPts val="2550"/>
              </a:lnSpc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promises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'file.txt'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'utf8'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.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.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2550"/>
              </a:lnSpc>
              <a:buNone/>
            </a:pP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7083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44BC6-E568-725A-BEF2-CB8E71D8D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9B706-64F9-DB91-6FDE-3CDB8B4C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and Async / Await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FD327-3281-ADD5-6349-15B2D604A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Async / Await is another way to write promises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Async goes in front of the function declaration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Await goes in front of the JS statement that will run asynchronously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promises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'file.txt'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'utf8'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697178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DD177-FBB6-B5E5-431C-25BF50088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A87A4-0F90-EE6D-8B5E-8101C58E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 to the accompanying code to see how to </a:t>
            </a:r>
          </a:p>
          <a:p>
            <a:pPr lvl="1"/>
            <a:r>
              <a:rPr lang="en-US" dirty="0"/>
              <a:t>Import build-in NodeJS modules</a:t>
            </a:r>
          </a:p>
          <a:p>
            <a:pPr lvl="1"/>
            <a:r>
              <a:rPr lang="en-US" dirty="0"/>
              <a:t>Use popular functions inside NodeJS modules</a:t>
            </a:r>
          </a:p>
          <a:p>
            <a:pPr lvl="1"/>
            <a:r>
              <a:rPr lang="en-US" dirty="0"/>
              <a:t>Use asynchronous programming and callbacks </a:t>
            </a:r>
          </a:p>
        </p:txBody>
      </p:sp>
    </p:spTree>
    <p:extLst>
      <p:ext uri="{BB962C8B-B14F-4D97-AF65-F5344CB8AC3E}">
        <p14:creationId xmlns:p14="http://schemas.microsoft.com/office/powerpoint/2010/main" val="7149752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4671</TotalTime>
  <Words>2459</Words>
  <Application>Microsoft Office PowerPoint</Application>
  <PresentationFormat>Widescreen</PresentationFormat>
  <Paragraphs>401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Arial</vt:lpstr>
      <vt:lpstr>Calibri</vt:lpstr>
      <vt:lpstr>Consolas</vt:lpstr>
      <vt:lpstr>1_Office Theme</vt:lpstr>
      <vt:lpstr>WebDev</vt:lpstr>
      <vt:lpstr>Outline</vt:lpstr>
      <vt:lpstr>Functions</vt:lpstr>
      <vt:lpstr>Java vs JavaScript Functions</vt:lpstr>
      <vt:lpstr>JS Functions Scopes</vt:lpstr>
      <vt:lpstr>Hoisting in action</vt:lpstr>
      <vt:lpstr>Functions as values</vt:lpstr>
      <vt:lpstr>Declaring Functions (1)</vt:lpstr>
      <vt:lpstr>Declaring Functions (2)</vt:lpstr>
      <vt:lpstr>Assigning Functions</vt:lpstr>
      <vt:lpstr>Nesting Functions</vt:lpstr>
      <vt:lpstr>Passing Functions as Parameters</vt:lpstr>
      <vt:lpstr>Returning Functions</vt:lpstr>
      <vt:lpstr>Closures</vt:lpstr>
      <vt:lpstr>Optional Parameters and Rest</vt:lpstr>
      <vt:lpstr>Optional Parameters and Rest</vt:lpstr>
      <vt:lpstr>Optional Parameters and Rest</vt:lpstr>
      <vt:lpstr>Optional Parameters and Rest</vt:lpstr>
      <vt:lpstr>Higher Order Function</vt:lpstr>
      <vt:lpstr>forEach()</vt:lpstr>
      <vt:lpstr>map()</vt:lpstr>
      <vt:lpstr>filter()</vt:lpstr>
      <vt:lpstr>reduce()</vt:lpstr>
      <vt:lpstr>PowerPoint Presentation</vt:lpstr>
      <vt:lpstr>NodeJS</vt:lpstr>
      <vt:lpstr>NodeJS </vt:lpstr>
      <vt:lpstr>NodeJS API</vt:lpstr>
      <vt:lpstr>ES Module</vt:lpstr>
      <vt:lpstr>NodeJS and Asynchronous Programming</vt:lpstr>
      <vt:lpstr>NodeJS and Callbacks</vt:lpstr>
      <vt:lpstr>NodeJS and Promises</vt:lpstr>
      <vt:lpstr>NodeJS and Async / Await</vt:lpstr>
      <vt:lpstr>NodeJS API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 Baci</dc:creator>
  <cp:lastModifiedBy>Nikola Baci</cp:lastModifiedBy>
  <cp:revision>16</cp:revision>
  <dcterms:created xsi:type="dcterms:W3CDTF">2025-07-07T15:37:20Z</dcterms:created>
  <dcterms:modified xsi:type="dcterms:W3CDTF">2025-10-12T22:32:04Z</dcterms:modified>
</cp:coreProperties>
</file>